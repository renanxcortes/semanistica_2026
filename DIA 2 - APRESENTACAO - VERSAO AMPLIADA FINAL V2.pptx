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67" r:id="rId10"/>
    <p:sldId id="260" r:id="rId11"/>
    <p:sldId id="262" r:id="rId12"/>
    <p:sldId id="276" r:id="rId13"/>
    <p:sldId id="277" r:id="rId14"/>
    <p:sldId id="278" r:id="rId15"/>
    <p:sldId id="263" r:id="rId16"/>
    <p:sldId id="261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10-01T14:54:51.567" v="2562" actId="1076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10-01T14:54:51.567" v="2562" actId="1076"/>
        <pc:sldMkLst>
          <pc:docMk/>
          <pc:sldMk cId="3705900010" sldId="261"/>
        </pc:sldMkLst>
        <pc:spChg chg="add">
          <ac:chgData name="Renan Xavier Cortes" userId="d6af805853004405" providerId="LiveId" clId="{32CE5F03-9B31-4102-A03B-787EE1528540}" dt="2026-09-30T19:08:49.415" v="2535"/>
          <ac:spMkLst>
            <pc:docMk/>
            <pc:sldMk cId="3705900010" sldId="261"/>
            <ac:spMk id="4" creationId="{26CF9A97-1C8F-3603-527C-B47CCD37E1EF}"/>
          </ac:spMkLst>
        </pc:spChg>
        <pc:spChg chg="mod">
          <ac:chgData name="Renan Xavier Cortes" userId="d6af805853004405" providerId="LiveId" clId="{32CE5F03-9B31-4102-A03B-787EE1528540}" dt="2026-09-30T19:02:35.833" v="2239" actId="20577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10-01T14:54:51.567" v="2562" actId="1076"/>
          <ac:spMkLst>
            <pc:docMk/>
            <pc:sldMk cId="3705900010" sldId="261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9:09:13.712" v="2543" actId="1076"/>
          <ac:picMkLst>
            <pc:docMk/>
            <pc:sldMk cId="3705900010" sldId="261"/>
            <ac:picMk id="6" creationId="{794762C9-B5D3-1977-F0FE-A99EEC89CE5D}"/>
          </ac:picMkLst>
        </pc:picChg>
        <pc:picChg chg="add mod">
          <ac:chgData name="Renan Xavier Cortes" userId="d6af805853004405" providerId="LiveId" clId="{32CE5F03-9B31-4102-A03B-787EE1528540}" dt="2026-09-30T19:09:09.950" v="2541" actId="1076"/>
          <ac:picMkLst>
            <pc:docMk/>
            <pc:sldMk cId="3705900010" sldId="261"/>
            <ac:picMk id="7170" creationId="{1A22D7E4-EFBD-340A-BBAC-D01BB1295755}"/>
          </ac:picMkLst>
        </pc:picChg>
        <pc:picChg chg="add mod">
          <ac:chgData name="Renan Xavier Cortes" userId="d6af805853004405" providerId="LiveId" clId="{32CE5F03-9B31-4102-A03B-787EE1528540}" dt="2026-09-30T19:10:25.079" v="2546" actId="1076"/>
          <ac:picMkLst>
            <pc:docMk/>
            <pc:sldMk cId="3705900010" sldId="261"/>
            <ac:picMk id="7174" creationId="{182F9BF4-F274-8F50-77FB-FC6F00E8397E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addSp modSp mod">
        <pc:chgData name="Renan Xavier Cortes" userId="d6af805853004405" providerId="LiveId" clId="{32CE5F03-9B31-4102-A03B-787EE1528540}" dt="2026-09-30T18:57:45.323" v="2169" actId="255"/>
        <pc:sldMkLst>
          <pc:docMk/>
          <pc:sldMk cId="1070033144" sldId="263"/>
        </pc:sldMkLst>
        <pc:spChg chg="mod">
          <ac:chgData name="Renan Xavier Cortes" userId="d6af805853004405" providerId="LiveId" clId="{32CE5F03-9B31-4102-A03B-787EE1528540}" dt="2026-09-30T18:43:50.078" v="2046" actId="1076"/>
          <ac:spMkLst>
            <pc:docMk/>
            <pc:sldMk cId="1070033144" sldId="263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09-30T18:57:45.323" v="2169" actId="255"/>
          <ac:spMkLst>
            <pc:docMk/>
            <pc:sldMk cId="1070033144" sldId="263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8:43:53.470" v="2048" actId="14100"/>
          <ac:picMkLst>
            <pc:docMk/>
            <pc:sldMk cId="1070033144" sldId="263"/>
            <ac:picMk id="6146" creationId="{54608EC3-B8E2-2804-8729-CF81BB847823}"/>
          </ac:picMkLst>
        </pc:picChg>
      </pc:sldChg>
      <pc:sldChg chg="addSp delSp modSp mod ord">
        <pc:chgData name="Renan Xavier Cortes" userId="d6af805853004405" providerId="LiveId" clId="{32CE5F03-9B31-4102-A03B-787EE1528540}" dt="2026-09-30T18:19:19.635" v="1857" actId="1076"/>
        <pc:sldMkLst>
          <pc:docMk/>
          <pc:sldMk cId="4218870347" sldId="264"/>
        </pc:sldMkLst>
        <pc:spChg chg="add del mod">
          <ac:chgData name="Renan Xavier Cortes" userId="d6af805853004405" providerId="LiveId" clId="{32CE5F03-9B31-4102-A03B-787EE1528540}" dt="2026-09-30T17:55:06.674" v="1686" actId="478"/>
          <ac:spMkLst>
            <pc:docMk/>
            <pc:sldMk cId="4218870347" sldId="264"/>
            <ac:spMk id="5" creationId="{7BB93A7C-F866-CC39-8292-7BD5B8DA7A0B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9" creationId="{F3D738E0-9802-84AC-D1D0-0F6C3997DA9A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10" creationId="{472D680D-5A60-F84E-BF35-612417316049}"/>
          </ac:spMkLst>
        </pc:spChg>
        <pc:spChg chg="add mod">
          <ac:chgData name="Renan Xavier Cortes" userId="d6af805853004405" providerId="LiveId" clId="{32CE5F03-9B31-4102-A03B-787EE1528540}" dt="2026-09-30T17:54:59.157" v="1685"/>
          <ac:spMkLst>
            <pc:docMk/>
            <pc:sldMk cId="4218870347" sldId="264"/>
            <ac:spMk id="11" creationId="{463AE348-FF9C-094B-31C9-092F747FF823}"/>
          </ac:spMkLst>
        </pc:spChg>
        <pc:spChg chg="add mod">
          <ac:chgData name="Renan Xavier Cortes" userId="d6af805853004405" providerId="LiveId" clId="{32CE5F03-9B31-4102-A03B-787EE1528540}" dt="2026-09-30T18:19:19.635" v="1857" actId="1076"/>
          <ac:spMkLst>
            <pc:docMk/>
            <pc:sldMk cId="4218870347" sldId="264"/>
            <ac:spMk id="12" creationId="{E8C7AD1B-2FCE-2932-CAB2-FFF8012D7F25}"/>
          </ac:spMkLst>
        </pc:spChg>
        <pc:spChg chg="add mod">
          <ac:chgData name="Renan Xavier Cortes" userId="d6af805853004405" providerId="LiveId" clId="{32CE5F03-9B31-4102-A03B-787EE1528540}" dt="2026-09-30T17:55:10.744" v="1687" actId="1076"/>
          <ac:spMkLst>
            <pc:docMk/>
            <pc:sldMk cId="4218870347" sldId="264"/>
            <ac:spMk id="13" creationId="{188B4642-779A-5D9F-A48A-05401DD39358}"/>
          </ac:spMkLst>
        </pc:spChg>
        <pc:spChg chg="mod">
          <ac:chgData name="Renan Xavier Cortes" userId="d6af805853004405" providerId="LiveId" clId="{32CE5F03-9B31-4102-A03B-787EE1528540}" dt="2026-09-30T17:54:00.655" v="1682" actId="20577"/>
          <ac:spMkLst>
            <pc:docMk/>
            <pc:sldMk cId="4218870347" sldId="264"/>
            <ac:spMk id="14" creationId="{427DBFEB-81BF-4CC3-A411-FBF43D295C56}"/>
          </ac:spMkLst>
        </pc:spChg>
        <pc:graphicFrameChg chg="add del mod">
          <ac:chgData name="Renan Xavier Cortes" userId="d6af805853004405" providerId="LiveId" clId="{32CE5F03-9B31-4102-A03B-787EE1528540}" dt="2026-09-30T17:54:58.285" v="1684" actId="478"/>
          <ac:graphicFrameMkLst>
            <pc:docMk/>
            <pc:sldMk cId="4218870347" sldId="264"/>
            <ac:graphicFrameMk id="4" creationId="{459144C7-4703-52CE-DB4F-17FF275B5461}"/>
          </ac:graphicFrameMkLst>
        </pc:graphicFrameChg>
        <pc:graphicFrameChg chg="add mod">
          <ac:chgData name="Renan Xavier Cortes" userId="d6af805853004405" providerId="LiveId" clId="{32CE5F03-9B31-4102-A03B-787EE1528540}" dt="2026-09-30T17:54:59.157" v="1685"/>
          <ac:graphicFrameMkLst>
            <pc:docMk/>
            <pc:sldMk cId="4218870347" sldId="264"/>
            <ac:graphicFrameMk id="6" creationId="{58EE9A4A-D221-8BD1-EC89-B091240DADA6}"/>
          </ac:graphicFrameMkLst>
        </pc:graphicFrame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addSp modSp mod ord modAnim">
        <pc:chgData name="Renan Xavier Cortes" userId="d6af805853004405" providerId="LiveId" clId="{32CE5F03-9B31-4102-A03B-787EE1528540}" dt="2026-09-30T18:35:29.770" v="2016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8:32:38.713" v="1913" actId="403"/>
          <ac:spMkLst>
            <pc:docMk/>
            <pc:sldMk cId="204840894" sldId="267"/>
            <ac:spMk id="4" creationId="{F9B44222-0FEB-DD8A-E65A-F10683C06A0F}"/>
          </ac:spMkLst>
        </pc:spChg>
        <pc:spChg chg="add mod">
          <ac:chgData name="Renan Xavier Cortes" userId="d6af805853004405" providerId="LiveId" clId="{32CE5F03-9B31-4102-A03B-787EE1528540}" dt="2026-09-30T18:31:23.069" v="1866" actId="1076"/>
          <ac:spMkLst>
            <pc:docMk/>
            <pc:sldMk cId="204840894" sldId="267"/>
            <ac:spMk id="9" creationId="{A7924BE9-722D-AE8C-355C-9C9926B6843C}"/>
          </ac:spMkLst>
        </pc:spChg>
        <pc:spChg chg="add mod">
          <ac:chgData name="Renan Xavier Cortes" userId="d6af805853004405" providerId="LiveId" clId="{32CE5F03-9B31-4102-A03B-787EE1528540}" dt="2026-09-30T18:32:45.513" v="1915" actId="1076"/>
          <ac:spMkLst>
            <pc:docMk/>
            <pc:sldMk cId="204840894" sldId="267"/>
            <ac:spMk id="10" creationId="{3DB70E76-2C85-16FB-C8CC-53EB3AEECE7B}"/>
          </ac:spMkLst>
        </pc:spChg>
        <pc:spChg chg="add mod">
          <ac:chgData name="Renan Xavier Cortes" userId="d6af805853004405" providerId="LiveId" clId="{32CE5F03-9B31-4102-A03B-787EE1528540}" dt="2026-09-30T18:33:31.583" v="1950" actId="1076"/>
          <ac:spMkLst>
            <pc:docMk/>
            <pc:sldMk cId="204840894" sldId="267"/>
            <ac:spMk id="11" creationId="{CB184BE6-0BE2-BA18-029A-52DD351FDF0B}"/>
          </ac:spMkLst>
        </pc:spChg>
        <pc:spChg chg="add mod">
          <ac:chgData name="Renan Xavier Cortes" userId="d6af805853004405" providerId="LiveId" clId="{32CE5F03-9B31-4102-A03B-787EE1528540}" dt="2026-09-30T18:34:11.379" v="1981" actId="1076"/>
          <ac:spMkLst>
            <pc:docMk/>
            <pc:sldMk cId="204840894" sldId="267"/>
            <ac:spMk id="12" creationId="{2393E99D-8654-6736-563B-90241C78B105}"/>
          </ac:spMkLst>
        </pc:spChg>
        <pc:spChg chg="add mod">
          <ac:chgData name="Renan Xavier Cortes" userId="d6af805853004405" providerId="LiveId" clId="{32CE5F03-9B31-4102-A03B-787EE1528540}" dt="2026-09-30T18:34:08.750" v="1980" actId="1076"/>
          <ac:spMkLst>
            <pc:docMk/>
            <pc:sldMk cId="204840894" sldId="267"/>
            <ac:spMk id="13" creationId="{36618367-6AF6-11AD-D1D8-E58D6B826BC7}"/>
          </ac:spMkLst>
        </pc:spChg>
        <pc:spChg chg="add mod">
          <ac:chgData name="Renan Xavier Cortes" userId="d6af805853004405" providerId="LiveId" clId="{32CE5F03-9B31-4102-A03B-787EE1528540}" dt="2026-09-30T18:33:35.489" v="1952" actId="1076"/>
          <ac:spMkLst>
            <pc:docMk/>
            <pc:sldMk cId="204840894" sldId="267"/>
            <ac:spMk id="14" creationId="{8D019ECB-738C-DA5C-6576-C6F980D41762}"/>
          </ac:spMkLst>
        </pc:spChg>
        <pc:spChg chg="add mod">
          <ac:chgData name="Renan Xavier Cortes" userId="d6af805853004405" providerId="LiveId" clId="{32CE5F03-9B31-4102-A03B-787EE1528540}" dt="2026-09-30T18:35:13.497" v="2015" actId="1076"/>
          <ac:spMkLst>
            <pc:docMk/>
            <pc:sldMk cId="204840894" sldId="267"/>
            <ac:spMk id="15" creationId="{574D6D9C-D93C-E743-92A2-746B8DEBF90F}"/>
          </ac:spMkLst>
        </pc:spChg>
        <pc:spChg chg="add mod">
          <ac:chgData name="Renan Xavier Cortes" userId="d6af805853004405" providerId="LiveId" clId="{32CE5F03-9B31-4102-A03B-787EE1528540}" dt="2026-09-30T18:34:33.281" v="1995" actId="1076"/>
          <ac:spMkLst>
            <pc:docMk/>
            <pc:sldMk cId="204840894" sldId="267"/>
            <ac:spMk id="16" creationId="{48E74E98-E9A5-2B69-D05B-BE0099A83A98}"/>
          </ac:spMkLst>
        </pc:spChg>
        <pc:spChg chg="add mod">
          <ac:chgData name="Renan Xavier Cortes" userId="d6af805853004405" providerId="LiveId" clId="{32CE5F03-9B31-4102-A03B-787EE1528540}" dt="2026-09-30T18:34:52.895" v="2000" actId="1076"/>
          <ac:spMkLst>
            <pc:docMk/>
            <pc:sldMk cId="204840894" sldId="267"/>
            <ac:spMk id="17" creationId="{FACE062B-6F3D-8D21-21CB-ECA3E8074E2F}"/>
          </ac:spMkLst>
        </pc:spChg>
        <pc:spChg chg="add mod">
          <ac:chgData name="Renan Xavier Cortes" userId="d6af805853004405" providerId="LiveId" clId="{32CE5F03-9B31-4102-A03B-787EE1528540}" dt="2026-09-30T18:35:09.419" v="2014" actId="1076"/>
          <ac:spMkLst>
            <pc:docMk/>
            <pc:sldMk cId="204840894" sldId="267"/>
            <ac:spMk id="18" creationId="{F1F8C814-56E9-CAB5-BF4F-0B98EEFB341E}"/>
          </ac:spMkLst>
        </pc:spChg>
        <pc:picChg chg="add mod">
          <ac:chgData name="Renan Xavier Cortes" userId="d6af805853004405" providerId="LiveId" clId="{32CE5F03-9B31-4102-A03B-787EE1528540}" dt="2026-09-30T18:33:46.611" v="1965" actId="1076"/>
          <ac:picMkLst>
            <pc:docMk/>
            <pc:sldMk cId="204840894" sldId="267"/>
            <ac:picMk id="6" creationId="{A9B172CF-DDA4-9000-FC49-49E50601E3A1}"/>
          </ac:picMkLst>
        </pc:pic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 del">
        <pc:chgData name="Renan Xavier Cortes" userId="d6af805853004405" providerId="LiveId" clId="{32CE5F03-9B31-4102-A03B-787EE1528540}" dt="2026-09-30T18:31:57.931" v="1868" actId="47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30T19:14:08.306" v="2548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30T19:14:08.306" v="2548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  <pc:sldChg chg="addSp delSp modSp add mod">
        <pc:chgData name="Renan Xavier Cortes" userId="d6af805853004405" providerId="LiveId" clId="{32CE5F03-9B31-4102-A03B-787EE1528540}" dt="2026-09-30T18:14:47.213" v="1846" actId="122"/>
        <pc:sldMkLst>
          <pc:docMk/>
          <pc:sldMk cId="1921800444" sldId="278"/>
        </pc:sldMkLst>
        <pc:spChg chg="add mod">
          <ac:chgData name="Renan Xavier Cortes" userId="d6af805853004405" providerId="LiveId" clId="{32CE5F03-9B31-4102-A03B-787EE1528540}" dt="2026-09-30T18:12:49.389" v="1724" actId="1076"/>
          <ac:spMkLst>
            <pc:docMk/>
            <pc:sldMk cId="1921800444" sldId="278"/>
            <ac:spMk id="5" creationId="{8B10989E-6495-BA93-F912-8AAFEB296936}"/>
          </ac:spMkLst>
        </pc:spChg>
        <pc:spChg chg="del">
          <ac:chgData name="Renan Xavier Cortes" userId="d6af805853004405" providerId="LiveId" clId="{32CE5F03-9B31-4102-A03B-787EE1528540}" dt="2026-09-30T18:11:28.032" v="1706" actId="478"/>
          <ac:spMkLst>
            <pc:docMk/>
            <pc:sldMk cId="1921800444" sldId="278"/>
            <ac:spMk id="9" creationId="{F3D738E0-9802-84AC-D1D0-0F6C3997DA9A}"/>
          </ac:spMkLst>
        </pc:spChg>
        <pc:spChg chg="del">
          <ac:chgData name="Renan Xavier Cortes" userId="d6af805853004405" providerId="LiveId" clId="{32CE5F03-9B31-4102-A03B-787EE1528540}" dt="2026-09-30T18:11:28.882" v="1707" actId="478"/>
          <ac:spMkLst>
            <pc:docMk/>
            <pc:sldMk cId="1921800444" sldId="278"/>
            <ac:spMk id="10" creationId="{472D680D-5A60-F84E-BF35-612417316049}"/>
          </ac:spMkLst>
        </pc:spChg>
        <pc:spChg chg="del">
          <ac:chgData name="Renan Xavier Cortes" userId="d6af805853004405" providerId="LiveId" clId="{32CE5F03-9B31-4102-A03B-787EE1528540}" dt="2026-09-30T18:11:29.817" v="1708" actId="478"/>
          <ac:spMkLst>
            <pc:docMk/>
            <pc:sldMk cId="1921800444" sldId="278"/>
            <ac:spMk id="11" creationId="{463AE348-FF9C-094B-31C9-092F747FF823}"/>
          </ac:spMkLst>
        </pc:spChg>
        <pc:spChg chg="del">
          <ac:chgData name="Renan Xavier Cortes" userId="d6af805853004405" providerId="LiveId" clId="{32CE5F03-9B31-4102-A03B-787EE1528540}" dt="2026-09-30T18:11:32.786" v="1709" actId="478"/>
          <ac:spMkLst>
            <pc:docMk/>
            <pc:sldMk cId="1921800444" sldId="278"/>
            <ac:spMk id="12" creationId="{E8C7AD1B-2FCE-2932-CAB2-FFF8012D7F25}"/>
          </ac:spMkLst>
        </pc:spChg>
        <pc:spChg chg="del">
          <ac:chgData name="Renan Xavier Cortes" userId="d6af805853004405" providerId="LiveId" clId="{32CE5F03-9B31-4102-A03B-787EE1528540}" dt="2026-09-30T18:11:40.294" v="1712" actId="478"/>
          <ac:spMkLst>
            <pc:docMk/>
            <pc:sldMk cId="1921800444" sldId="278"/>
            <ac:spMk id="13" creationId="{188B4642-779A-5D9F-A48A-05401DD39358}"/>
          </ac:spMkLst>
        </pc:spChg>
        <pc:spChg chg="add mod">
          <ac:chgData name="Renan Xavier Cortes" userId="d6af805853004405" providerId="LiveId" clId="{32CE5F03-9B31-4102-A03B-787EE1528540}" dt="2026-09-30T18:14:47.213" v="1846" actId="122"/>
          <ac:spMkLst>
            <pc:docMk/>
            <pc:sldMk cId="1921800444" sldId="278"/>
            <ac:spMk id="15" creationId="{F866C2C7-F83C-0C53-9473-159DD068B21A}"/>
          </ac:spMkLst>
        </pc:spChg>
        <pc:graphicFrameChg chg="del">
          <ac:chgData name="Renan Xavier Cortes" userId="d6af805853004405" providerId="LiveId" clId="{32CE5F03-9B31-4102-A03B-787EE1528540}" dt="2026-09-30T18:11:26.899" v="1705" actId="478"/>
          <ac:graphicFrameMkLst>
            <pc:docMk/>
            <pc:sldMk cId="1921800444" sldId="278"/>
            <ac:graphicFrameMk id="6" creationId="{58EE9A4A-D221-8BD1-EC89-B091240DADA6}"/>
          </ac:graphicFrameMkLst>
        </pc:graphicFrameChg>
        <pc:picChg chg="add mod">
          <ac:chgData name="Renan Xavier Cortes" userId="d6af805853004405" providerId="LiveId" clId="{32CE5F03-9B31-4102-A03B-787EE1528540}" dt="2026-09-30T18:14:17.047" v="1842" actId="1076"/>
          <ac:picMkLst>
            <pc:docMk/>
            <pc:sldMk cId="1921800444" sldId="278"/>
            <ac:picMk id="3074" creationId="{496D2546-4354-68C6-EAA2-03111C34F4D9}"/>
          </ac:picMkLst>
        </pc:picChg>
      </pc:sldChg>
    </pc:docChg>
  </pc:docChgLst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6714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20/10/2026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e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717" y="2028311"/>
            <a:ext cx="5210446" cy="221976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6260209" y="5290339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A4BF769-AF6B-902A-57E5-6BC969C817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93" y="1108533"/>
            <a:ext cx="6243257" cy="405932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346D2A7-A369-2D2E-AF98-83AE7AD1FD98}"/>
              </a:ext>
            </a:extLst>
          </p:cNvPr>
          <p:cNvSpPr txBox="1"/>
          <p:nvPr/>
        </p:nvSpPr>
        <p:spPr>
          <a:xfrm>
            <a:off x="408690" y="5231823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https://www.ssp.rs.gov.br/indicadores-criminais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99C661F-9D50-CD91-A721-A8B43B2331B0}"/>
              </a:ext>
            </a:extLst>
          </p:cNvPr>
          <p:cNvSpPr txBox="1"/>
          <p:nvPr/>
        </p:nvSpPr>
        <p:spPr>
          <a:xfrm>
            <a:off x="119922" y="1096835"/>
            <a:ext cx="34806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200" b="1" dirty="0"/>
              <a:t>A queda recente da taxa de homicídios dolosos no RS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análises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00FFC93-643C-21DD-3711-191F1721F5CC}"/>
              </a:ext>
            </a:extLst>
          </p:cNvPr>
          <p:cNvSpPr txBox="1"/>
          <p:nvPr/>
        </p:nvSpPr>
        <p:spPr>
          <a:xfrm>
            <a:off x="-112541" y="5435898"/>
            <a:ext cx="6225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i="1" dirty="0"/>
              <a:t>Taxa de Homicídio Doloso por 100.000 habitantes em 2025 por municípios no RS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Furtos, por sua vez, possuem altas taxas no litoral norte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B172CF-DDA4-9000-FC49-49E50601E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17" y="2036595"/>
            <a:ext cx="10294278" cy="4309501"/>
          </a:xfrm>
          <a:prstGeom prst="rect">
            <a:avLst/>
          </a:prstGeom>
        </p:spPr>
      </p:pic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A7924BE9-722D-AE8C-355C-9C9926B6843C}"/>
              </a:ext>
            </a:extLst>
          </p:cNvPr>
          <p:cNvSpPr/>
          <p:nvPr/>
        </p:nvSpPr>
        <p:spPr>
          <a:xfrm>
            <a:off x="7225259" y="3141467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: para a Esquerda 9">
            <a:extLst>
              <a:ext uri="{FF2B5EF4-FFF2-40B4-BE49-F238E27FC236}">
                <a16:creationId xmlns:a16="http://schemas.microsoft.com/office/drawing/2014/main" id="{3DB70E76-2C85-16FB-C8CC-53EB3AEECE7B}"/>
              </a:ext>
            </a:extLst>
          </p:cNvPr>
          <p:cNvSpPr/>
          <p:nvPr/>
        </p:nvSpPr>
        <p:spPr>
          <a:xfrm>
            <a:off x="7007901" y="3552606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a Esquerda 10">
            <a:extLst>
              <a:ext uri="{FF2B5EF4-FFF2-40B4-BE49-F238E27FC236}">
                <a16:creationId xmlns:a16="http://schemas.microsoft.com/office/drawing/2014/main" id="{CB184BE6-0BE2-BA18-029A-52DD351FDF0B}"/>
              </a:ext>
            </a:extLst>
          </p:cNvPr>
          <p:cNvSpPr/>
          <p:nvPr/>
        </p:nvSpPr>
        <p:spPr>
          <a:xfrm>
            <a:off x="6790543" y="4191345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393E99D-8654-6736-563B-90241C78B105}"/>
              </a:ext>
            </a:extLst>
          </p:cNvPr>
          <p:cNvSpPr txBox="1"/>
          <p:nvPr/>
        </p:nvSpPr>
        <p:spPr>
          <a:xfrm>
            <a:off x="7763957" y="3069717"/>
            <a:ext cx="19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Arroio do Sal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6618367-6AF6-11AD-D1D8-E58D6B826BC7}"/>
              </a:ext>
            </a:extLst>
          </p:cNvPr>
          <p:cNvSpPr txBox="1"/>
          <p:nvPr/>
        </p:nvSpPr>
        <p:spPr>
          <a:xfrm>
            <a:off x="7538434" y="3463841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Capão da Canoa</a:t>
            </a:r>
          </a:p>
        </p:txBody>
      </p:sp>
      <p:sp>
        <p:nvSpPr>
          <p:cNvPr id="14" name="Seta: para a Esquerda 13">
            <a:extLst>
              <a:ext uri="{FF2B5EF4-FFF2-40B4-BE49-F238E27FC236}">
                <a16:creationId xmlns:a16="http://schemas.microsoft.com/office/drawing/2014/main" id="{8D019ECB-738C-DA5C-6576-C6F980D41762}"/>
              </a:ext>
            </a:extLst>
          </p:cNvPr>
          <p:cNvSpPr/>
          <p:nvPr/>
        </p:nvSpPr>
        <p:spPr>
          <a:xfrm>
            <a:off x="6775552" y="4608979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74D6D9C-D93C-E743-92A2-746B8DEBF90F}"/>
              </a:ext>
            </a:extLst>
          </p:cNvPr>
          <p:cNvSpPr txBox="1"/>
          <p:nvPr/>
        </p:nvSpPr>
        <p:spPr>
          <a:xfrm>
            <a:off x="7364470" y="4117231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Tramandaí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E74E98-E9A5-2B69-D05B-BE0099A83A98}"/>
              </a:ext>
            </a:extLst>
          </p:cNvPr>
          <p:cNvSpPr txBox="1"/>
          <p:nvPr/>
        </p:nvSpPr>
        <p:spPr>
          <a:xfrm>
            <a:off x="7334490" y="4528370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Cidreira</a:t>
            </a:r>
          </a:p>
        </p:txBody>
      </p:sp>
      <p:sp>
        <p:nvSpPr>
          <p:cNvPr id="17" name="Seta: para a Esquerda 16">
            <a:extLst>
              <a:ext uri="{FF2B5EF4-FFF2-40B4-BE49-F238E27FC236}">
                <a16:creationId xmlns:a16="http://schemas.microsoft.com/office/drawing/2014/main" id="{FACE062B-6F3D-8D21-21CB-ECA3E8074E2F}"/>
              </a:ext>
            </a:extLst>
          </p:cNvPr>
          <p:cNvSpPr/>
          <p:nvPr/>
        </p:nvSpPr>
        <p:spPr>
          <a:xfrm>
            <a:off x="6899775" y="3855182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F8C814-56E9-CAB5-BF4F-0B98EEFB341E}"/>
              </a:ext>
            </a:extLst>
          </p:cNvPr>
          <p:cNvSpPr txBox="1"/>
          <p:nvPr/>
        </p:nvSpPr>
        <p:spPr>
          <a:xfrm>
            <a:off x="7451452" y="3797917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/>
              <a:t>Xangri-lá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4" y="2387418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multifatorial e, além disso,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 no estado de São Paulo.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Revisão de Literatura: maioria de artigos são contrárias à tese “Mais Armas, Menos Crimes”.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09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Becker (1968) (Escolha racional):</a:t>
            </a:r>
            <a:r>
              <a:rPr lang="pt-BR" sz="24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2735578"/>
            <a:ext cx="1073643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400" b="1" dirty="0"/>
              <a:t>Dissuasão: </a:t>
            </a:r>
            <a:r>
              <a:rPr lang="pt-BR" sz="24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4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400" b="1" dirty="0"/>
              <a:t>Hipótese: </a:t>
            </a:r>
            <a:r>
              <a:rPr lang="pt-BR" sz="2400" dirty="0"/>
              <a:t>mais luminosidade significa mais testemunhas e mais facilidade para identificar os autores, o que aumenta a probabilidade de captura.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4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400" dirty="0"/>
              <a:t>O programa federal </a:t>
            </a:r>
            <a:r>
              <a:rPr lang="pt-BR" sz="2400" u="sng" dirty="0"/>
              <a:t>Luz pra Todos</a:t>
            </a:r>
            <a:r>
              <a:rPr lang="pt-BR" sz="2400" dirty="0"/>
              <a:t> já teve evidência de redução de homicídios em municípios rurais.</a:t>
            </a:r>
            <a:r>
              <a:rPr lang="pt-BR" sz="2400" baseline="30000" dirty="0"/>
              <a:t>1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FB872D7-2A07-3324-C7A1-FCA16817EB66}"/>
              </a:ext>
            </a:extLst>
          </p:cNvPr>
          <p:cNvSpPr txBox="1"/>
          <p:nvPr/>
        </p:nvSpPr>
        <p:spPr>
          <a:xfrm>
            <a:off x="1101549" y="6143382"/>
            <a:ext cx="9988902" cy="573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en-US" sz="1100" dirty="0" err="1"/>
              <a:t>Arvate</a:t>
            </a:r>
            <a:r>
              <a:rPr lang="en-US" sz="1100" dirty="0"/>
              <a:t>, P., </a:t>
            </a:r>
            <a:r>
              <a:rPr lang="en-US" sz="1100" dirty="0" err="1"/>
              <a:t>Falsete</a:t>
            </a:r>
            <a:r>
              <a:rPr lang="en-US" sz="1100" dirty="0"/>
              <a:t>, F. O., Ribeiro, F. G., &amp; Souza, A. P. (2018). Lighting and homicides: Evaluating the effect of an electrification policy in rural Brazil on violent crime reduction. </a:t>
            </a:r>
            <a:r>
              <a:rPr lang="en-US" sz="1100" i="1" dirty="0"/>
              <a:t>Journal of Quantitative Criminology</a:t>
            </a:r>
            <a:r>
              <a:rPr lang="en-US" sz="1100" dirty="0"/>
              <a:t>, 34(4), 1047–1078</a:t>
            </a:r>
            <a:endParaRPr lang="pt-BR" sz="1100" b="1" dirty="0"/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Captura de tela">
            <a:extLst>
              <a:ext uri="{FF2B5EF4-FFF2-40B4-BE49-F238E27FC236}">
                <a16:creationId xmlns:a16="http://schemas.microsoft.com/office/drawing/2014/main" id="{496D2546-4354-68C6-EAA2-03111C34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6" y="1794841"/>
            <a:ext cx="6449036" cy="419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B10989E-6495-BA93-F912-8AAFEB296936}"/>
              </a:ext>
            </a:extLst>
          </p:cNvPr>
          <p:cNvSpPr txBox="1"/>
          <p:nvPr/>
        </p:nvSpPr>
        <p:spPr>
          <a:xfrm>
            <a:off x="1103819" y="6126961"/>
            <a:ext cx="74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Moffitt, T. E. (1993). Adolescence-limited and life-course-persistent antisocial behavior: A developmental taxonomy. 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Psychological Review, 100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(4), 674–701</a:t>
            </a:r>
            <a:endParaRPr lang="pt-BR" sz="1400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66C2C7-F83C-0C53-9473-159DD068B21A}"/>
              </a:ext>
            </a:extLst>
          </p:cNvPr>
          <p:cNvSpPr txBox="1"/>
          <p:nvPr/>
        </p:nvSpPr>
        <p:spPr>
          <a:xfrm>
            <a:off x="7674963" y="2717469"/>
            <a:ext cx="4457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Mudanças na estrutura etária também podem ser um fator que explique as taxas de criminalidade (MELLO, João Manoel Pinho de; SCHNEIDER, Alexandre. </a:t>
            </a:r>
            <a:r>
              <a:rPr lang="pt-BR" b="1" u="none" strike="noStrike" dirty="0">
                <a:effectLst/>
                <a:latin typeface="Google Sans"/>
              </a:rPr>
              <a:t>Age </a:t>
            </a:r>
            <a:r>
              <a:rPr lang="pt-BR" b="1" u="none" strike="noStrike" dirty="0" err="1">
                <a:effectLst/>
                <a:latin typeface="Google Sans"/>
              </a:rPr>
              <a:t>structure</a:t>
            </a:r>
            <a:r>
              <a:rPr lang="pt-BR" b="1" u="none" strike="noStrike" dirty="0">
                <a:effectLst/>
                <a:latin typeface="Google Sans"/>
              </a:rPr>
              <a:t> </a:t>
            </a:r>
            <a:r>
              <a:rPr lang="pt-BR" b="1" u="none" strike="noStrike" dirty="0" err="1">
                <a:effectLst/>
                <a:latin typeface="Google Sans"/>
              </a:rPr>
              <a:t>explaining</a:t>
            </a:r>
            <a:r>
              <a:rPr lang="pt-BR" b="1" u="none" strike="noStrike" dirty="0">
                <a:effectLst/>
                <a:latin typeface="Google Sans"/>
              </a:rPr>
              <a:t> a </a:t>
            </a:r>
            <a:r>
              <a:rPr lang="pt-BR" b="1" u="none" strike="noStrike" dirty="0" err="1">
                <a:effectLst/>
                <a:latin typeface="Google Sans"/>
              </a:rPr>
              <a:t>large</a:t>
            </a:r>
            <a:r>
              <a:rPr lang="pt-BR" b="1" u="none" strike="noStrike" dirty="0">
                <a:effectLst/>
                <a:latin typeface="Google Sans"/>
              </a:rPr>
              <a:t> shift in </a:t>
            </a:r>
            <a:r>
              <a:rPr lang="pt-BR" b="1" u="none" strike="noStrike" dirty="0" err="1">
                <a:effectLst/>
                <a:latin typeface="Google Sans"/>
              </a:rPr>
              <a:t>homicides</a:t>
            </a:r>
            <a:r>
              <a:rPr lang="pt-BR" b="1" u="none" strike="noStrike" dirty="0">
                <a:effectLst/>
                <a:latin typeface="Google Sans"/>
              </a:rPr>
              <a:t>: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case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of</a:t>
            </a:r>
            <a:r>
              <a:rPr lang="pt-BR" b="1" dirty="0"/>
              <a:t> São Paulo. Rio de Janeiro: PUC-Rio, 2007)</a:t>
            </a:r>
          </a:p>
        </p:txBody>
      </p:sp>
    </p:spTree>
    <p:extLst>
      <p:ext uri="{BB962C8B-B14F-4D97-AF65-F5344CB8AC3E}">
        <p14:creationId xmlns:p14="http://schemas.microsoft.com/office/powerpoint/2010/main" val="1921800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69120" y="247071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660327" y="1553178"/>
            <a:ext cx="10871345" cy="4395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 err="1"/>
              <a:t>Devah</a:t>
            </a:r>
            <a:r>
              <a:rPr lang="pt-BR" sz="1850" b="1" dirty="0"/>
              <a:t> Pager (2003) no American </a:t>
            </a:r>
            <a:r>
              <a:rPr lang="pt-BR" sz="1850" b="1" dirty="0" err="1"/>
              <a:t>Journal</a:t>
            </a:r>
            <a:r>
              <a:rPr lang="pt-BR" sz="1850" b="1" dirty="0"/>
              <a:t> </a:t>
            </a:r>
            <a:r>
              <a:rPr lang="pt-BR" sz="1850" b="1" dirty="0" err="1"/>
              <a:t>of</a:t>
            </a:r>
            <a:r>
              <a:rPr lang="pt-BR" sz="1850" b="1" dirty="0"/>
              <a:t> </a:t>
            </a:r>
            <a:r>
              <a:rPr lang="pt-BR" sz="1850" b="1" dirty="0" err="1"/>
              <a:t>Sociology</a:t>
            </a:r>
            <a:r>
              <a:rPr lang="pt-BR" sz="1850" b="1" dirty="0"/>
              <a:t>: desenho experimental elegante: ela enviou candidatos com perfis idênticos de escolaridade e experiência, alguns com antecedentes criminais fictícios e outros sem, para vagas reais de emprego em Milwaukee. O resultado: candidatos com antecedentes receberam menos da metade dos retornos dos candidatos sem antecedentes.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O antecedente criminal funciona, na prática, como um imposto sobre a empregabilidade.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Quando o mercado de trabalho formal fecha a porta, o custo de oportunidade do crime despenca.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No Brasil, o tema ainda é pouco explorado na literatura.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54608EC3-B8E2-2804-8729-CF81BB847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8458" y="210839"/>
            <a:ext cx="2054421" cy="107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Quem falará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046282"/>
            <a:ext cx="8621415" cy="567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Henrique </a:t>
            </a:r>
            <a:r>
              <a:rPr lang="pt-BR" sz="1600" b="1" dirty="0" err="1"/>
              <a:t>Joner</a:t>
            </a:r>
            <a:r>
              <a:rPr lang="pt-BR" sz="1600" b="1" dirty="0"/>
              <a:t>: </a:t>
            </a:r>
            <a:r>
              <a:rPr lang="pt-BR" sz="1600" dirty="0"/>
              <a:t>Estatístico e Mestre em Economia pela UFRGS, atua com ciência de dados e estatística espacial aplicadas à segurança pública, com foco no desenvolvimento de soluções analíticas geoespaciais para 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Rafael Bernardini dos Santos: </a:t>
            </a:r>
            <a:r>
              <a:rPr lang="pt-BR" sz="1600" dirty="0"/>
              <a:t>Estatístico pela UFRGS e mestre em Administração pela MUST </a:t>
            </a:r>
            <a:r>
              <a:rPr lang="pt-BR" sz="1600" dirty="0" err="1"/>
              <a:t>University</a:t>
            </a:r>
            <a:r>
              <a:rPr lang="pt-BR" sz="1600" dirty="0"/>
              <a:t>,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Gisele da Silva Ferreira: </a:t>
            </a:r>
            <a:r>
              <a:rPr lang="pt-BR" sz="1600" dirty="0"/>
              <a:t>Estatística e mestre em Economia pela UFRGS, 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Henrique Joner - Estatístico | Geospatial Data Scientist | Estado do Rio Grande do Sul | LinkedIn">
            <a:extLst>
              <a:ext uri="{FF2B5EF4-FFF2-40B4-BE49-F238E27FC236}">
                <a16:creationId xmlns:a16="http://schemas.microsoft.com/office/drawing/2014/main" id="{1A22D7E4-EFBD-340A-BBAC-D01BB1295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0651" y="46384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94762C9-B5D3-1977-F0FE-A99EEC89C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507" y="2543323"/>
            <a:ext cx="1411589" cy="1411589"/>
          </a:xfrm>
          <a:prstGeom prst="rect">
            <a:avLst/>
          </a:prstGeom>
        </p:spPr>
      </p:pic>
      <p:pic>
        <p:nvPicPr>
          <p:cNvPr id="7174" name="Picture 6" descr="Profile image">
            <a:extLst>
              <a:ext uri="{FF2B5EF4-FFF2-40B4-BE49-F238E27FC236}">
                <a16:creationId xmlns:a16="http://schemas.microsoft.com/office/drawing/2014/main" id="{182F9BF4-F274-8F50-77FB-FC6F00E839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2696" y="4291105"/>
            <a:ext cx="1585210" cy="158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9697</TotalTime>
  <Words>1088</Words>
  <Application>Microsoft Office PowerPoint</Application>
  <PresentationFormat>Widescreen</PresentationFormat>
  <Paragraphs>98</Paragraphs>
  <Slides>16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119</cp:revision>
  <dcterms:created xsi:type="dcterms:W3CDTF">2020-10-25T10:14:05Z</dcterms:created>
  <dcterms:modified xsi:type="dcterms:W3CDTF">2026-10-20T18:35:28Z</dcterms:modified>
</cp:coreProperties>
</file>