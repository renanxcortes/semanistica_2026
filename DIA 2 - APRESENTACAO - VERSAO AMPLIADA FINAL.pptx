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67" r:id="rId10"/>
    <p:sldId id="260" r:id="rId11"/>
    <p:sldId id="262" r:id="rId12"/>
    <p:sldId id="276" r:id="rId13"/>
    <p:sldId id="277" r:id="rId14"/>
    <p:sldId id="264" r:id="rId15"/>
    <p:sldId id="278" r:id="rId16"/>
    <p:sldId id="263" r:id="rId17"/>
    <p:sldId id="26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09-30T18:35:29.770" v="2016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addSp delSp modSp mod ord">
        <pc:chgData name="Renan Xavier Cortes" userId="d6af805853004405" providerId="LiveId" clId="{32CE5F03-9B31-4102-A03B-787EE1528540}" dt="2026-09-30T18:19:19.635" v="1857" actId="1076"/>
        <pc:sldMkLst>
          <pc:docMk/>
          <pc:sldMk cId="4218870347" sldId="264"/>
        </pc:sldMkLst>
        <pc:spChg chg="add del mod">
          <ac:chgData name="Renan Xavier Cortes" userId="d6af805853004405" providerId="LiveId" clId="{32CE5F03-9B31-4102-A03B-787EE1528540}" dt="2026-09-30T17:55:06.674" v="1686" actId="478"/>
          <ac:spMkLst>
            <pc:docMk/>
            <pc:sldMk cId="4218870347" sldId="264"/>
            <ac:spMk id="5" creationId="{7BB93A7C-F866-CC39-8292-7BD5B8DA7A0B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9" creationId="{F3D738E0-9802-84AC-D1D0-0F6C3997DA9A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10" creationId="{472D680D-5A60-F84E-BF35-612417316049}"/>
          </ac:spMkLst>
        </pc:spChg>
        <pc:spChg chg="add mod">
          <ac:chgData name="Renan Xavier Cortes" userId="d6af805853004405" providerId="LiveId" clId="{32CE5F03-9B31-4102-A03B-787EE1528540}" dt="2026-09-30T17:54:59.157" v="1685"/>
          <ac:spMkLst>
            <pc:docMk/>
            <pc:sldMk cId="4218870347" sldId="264"/>
            <ac:spMk id="11" creationId="{463AE348-FF9C-094B-31C9-092F747FF823}"/>
          </ac:spMkLst>
        </pc:spChg>
        <pc:spChg chg="add mod">
          <ac:chgData name="Renan Xavier Cortes" userId="d6af805853004405" providerId="LiveId" clId="{32CE5F03-9B31-4102-A03B-787EE1528540}" dt="2026-09-30T18:19:19.635" v="1857" actId="1076"/>
          <ac:spMkLst>
            <pc:docMk/>
            <pc:sldMk cId="4218870347" sldId="264"/>
            <ac:spMk id="12" creationId="{E8C7AD1B-2FCE-2932-CAB2-FFF8012D7F25}"/>
          </ac:spMkLst>
        </pc:spChg>
        <pc:spChg chg="add mod">
          <ac:chgData name="Renan Xavier Cortes" userId="d6af805853004405" providerId="LiveId" clId="{32CE5F03-9B31-4102-A03B-787EE1528540}" dt="2026-09-30T17:55:10.744" v="1687" actId="1076"/>
          <ac:spMkLst>
            <pc:docMk/>
            <pc:sldMk cId="4218870347" sldId="264"/>
            <ac:spMk id="13" creationId="{188B4642-779A-5D9F-A48A-05401DD39358}"/>
          </ac:spMkLst>
        </pc:spChg>
        <pc:spChg chg="mod">
          <ac:chgData name="Renan Xavier Cortes" userId="d6af805853004405" providerId="LiveId" clId="{32CE5F03-9B31-4102-A03B-787EE1528540}" dt="2026-09-30T17:54:00.655" v="1682" actId="20577"/>
          <ac:spMkLst>
            <pc:docMk/>
            <pc:sldMk cId="4218870347" sldId="264"/>
            <ac:spMk id="14" creationId="{427DBFEB-81BF-4CC3-A411-FBF43D295C56}"/>
          </ac:spMkLst>
        </pc:spChg>
        <pc:graphicFrameChg chg="add del mod">
          <ac:chgData name="Renan Xavier Cortes" userId="d6af805853004405" providerId="LiveId" clId="{32CE5F03-9B31-4102-A03B-787EE1528540}" dt="2026-09-30T17:54:58.285" v="1684" actId="478"/>
          <ac:graphicFrameMkLst>
            <pc:docMk/>
            <pc:sldMk cId="4218870347" sldId="264"/>
            <ac:graphicFrameMk id="4" creationId="{459144C7-4703-52CE-DB4F-17FF275B5461}"/>
          </ac:graphicFrameMkLst>
        </pc:graphicFrameChg>
        <pc:graphicFrameChg chg="add mod">
          <ac:chgData name="Renan Xavier Cortes" userId="d6af805853004405" providerId="LiveId" clId="{32CE5F03-9B31-4102-A03B-787EE1528540}" dt="2026-09-30T17:54:59.157" v="1685"/>
          <ac:graphicFrameMkLst>
            <pc:docMk/>
            <pc:sldMk cId="4218870347" sldId="264"/>
            <ac:graphicFrameMk id="6" creationId="{58EE9A4A-D221-8BD1-EC89-B091240DADA6}"/>
          </ac:graphicFrameMkLst>
        </pc:graphicFrame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addSp modSp mod ord modAnim">
        <pc:chgData name="Renan Xavier Cortes" userId="d6af805853004405" providerId="LiveId" clId="{32CE5F03-9B31-4102-A03B-787EE1528540}" dt="2026-09-30T18:35:29.770" v="2016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8:32:38.713" v="1913" actId="403"/>
          <ac:spMkLst>
            <pc:docMk/>
            <pc:sldMk cId="204840894" sldId="267"/>
            <ac:spMk id="4" creationId="{F9B44222-0FEB-DD8A-E65A-F10683C06A0F}"/>
          </ac:spMkLst>
        </pc:spChg>
        <pc:spChg chg="add mod">
          <ac:chgData name="Renan Xavier Cortes" userId="d6af805853004405" providerId="LiveId" clId="{32CE5F03-9B31-4102-A03B-787EE1528540}" dt="2026-09-30T18:31:23.069" v="1866" actId="1076"/>
          <ac:spMkLst>
            <pc:docMk/>
            <pc:sldMk cId="204840894" sldId="267"/>
            <ac:spMk id="9" creationId="{A7924BE9-722D-AE8C-355C-9C9926B6843C}"/>
          </ac:spMkLst>
        </pc:spChg>
        <pc:spChg chg="add mod">
          <ac:chgData name="Renan Xavier Cortes" userId="d6af805853004405" providerId="LiveId" clId="{32CE5F03-9B31-4102-A03B-787EE1528540}" dt="2026-09-30T18:32:45.513" v="1915" actId="1076"/>
          <ac:spMkLst>
            <pc:docMk/>
            <pc:sldMk cId="204840894" sldId="267"/>
            <ac:spMk id="10" creationId="{3DB70E76-2C85-16FB-C8CC-53EB3AEECE7B}"/>
          </ac:spMkLst>
        </pc:spChg>
        <pc:spChg chg="add mod">
          <ac:chgData name="Renan Xavier Cortes" userId="d6af805853004405" providerId="LiveId" clId="{32CE5F03-9B31-4102-A03B-787EE1528540}" dt="2026-09-30T18:33:31.583" v="1950" actId="1076"/>
          <ac:spMkLst>
            <pc:docMk/>
            <pc:sldMk cId="204840894" sldId="267"/>
            <ac:spMk id="11" creationId="{CB184BE6-0BE2-BA18-029A-52DD351FDF0B}"/>
          </ac:spMkLst>
        </pc:spChg>
        <pc:spChg chg="add mod">
          <ac:chgData name="Renan Xavier Cortes" userId="d6af805853004405" providerId="LiveId" clId="{32CE5F03-9B31-4102-A03B-787EE1528540}" dt="2026-09-30T18:34:11.379" v="1981" actId="1076"/>
          <ac:spMkLst>
            <pc:docMk/>
            <pc:sldMk cId="204840894" sldId="267"/>
            <ac:spMk id="12" creationId="{2393E99D-8654-6736-563B-90241C78B105}"/>
          </ac:spMkLst>
        </pc:spChg>
        <pc:spChg chg="add mod">
          <ac:chgData name="Renan Xavier Cortes" userId="d6af805853004405" providerId="LiveId" clId="{32CE5F03-9B31-4102-A03B-787EE1528540}" dt="2026-09-30T18:34:08.750" v="1980" actId="1076"/>
          <ac:spMkLst>
            <pc:docMk/>
            <pc:sldMk cId="204840894" sldId="267"/>
            <ac:spMk id="13" creationId="{36618367-6AF6-11AD-D1D8-E58D6B826BC7}"/>
          </ac:spMkLst>
        </pc:spChg>
        <pc:spChg chg="add mod">
          <ac:chgData name="Renan Xavier Cortes" userId="d6af805853004405" providerId="LiveId" clId="{32CE5F03-9B31-4102-A03B-787EE1528540}" dt="2026-09-30T18:33:35.489" v="1952" actId="1076"/>
          <ac:spMkLst>
            <pc:docMk/>
            <pc:sldMk cId="204840894" sldId="267"/>
            <ac:spMk id="14" creationId="{8D019ECB-738C-DA5C-6576-C6F980D41762}"/>
          </ac:spMkLst>
        </pc:spChg>
        <pc:spChg chg="add mod">
          <ac:chgData name="Renan Xavier Cortes" userId="d6af805853004405" providerId="LiveId" clId="{32CE5F03-9B31-4102-A03B-787EE1528540}" dt="2026-09-30T18:35:13.497" v="2015" actId="1076"/>
          <ac:spMkLst>
            <pc:docMk/>
            <pc:sldMk cId="204840894" sldId="267"/>
            <ac:spMk id="15" creationId="{574D6D9C-D93C-E743-92A2-746B8DEBF90F}"/>
          </ac:spMkLst>
        </pc:spChg>
        <pc:spChg chg="add mod">
          <ac:chgData name="Renan Xavier Cortes" userId="d6af805853004405" providerId="LiveId" clId="{32CE5F03-9B31-4102-A03B-787EE1528540}" dt="2026-09-30T18:34:33.281" v="1995" actId="1076"/>
          <ac:spMkLst>
            <pc:docMk/>
            <pc:sldMk cId="204840894" sldId="267"/>
            <ac:spMk id="16" creationId="{48E74E98-E9A5-2B69-D05B-BE0099A83A98}"/>
          </ac:spMkLst>
        </pc:spChg>
        <pc:spChg chg="add mod">
          <ac:chgData name="Renan Xavier Cortes" userId="d6af805853004405" providerId="LiveId" clId="{32CE5F03-9B31-4102-A03B-787EE1528540}" dt="2026-09-30T18:34:52.895" v="2000" actId="1076"/>
          <ac:spMkLst>
            <pc:docMk/>
            <pc:sldMk cId="204840894" sldId="267"/>
            <ac:spMk id="17" creationId="{FACE062B-6F3D-8D21-21CB-ECA3E8074E2F}"/>
          </ac:spMkLst>
        </pc:spChg>
        <pc:spChg chg="add mod">
          <ac:chgData name="Renan Xavier Cortes" userId="d6af805853004405" providerId="LiveId" clId="{32CE5F03-9B31-4102-A03B-787EE1528540}" dt="2026-09-30T18:35:09.419" v="2014" actId="1076"/>
          <ac:spMkLst>
            <pc:docMk/>
            <pc:sldMk cId="204840894" sldId="267"/>
            <ac:spMk id="18" creationId="{F1F8C814-56E9-CAB5-BF4F-0B98EEFB341E}"/>
          </ac:spMkLst>
        </pc:spChg>
        <pc:picChg chg="add mod">
          <ac:chgData name="Renan Xavier Cortes" userId="d6af805853004405" providerId="LiveId" clId="{32CE5F03-9B31-4102-A03B-787EE1528540}" dt="2026-09-30T18:33:46.611" v="1965" actId="1076"/>
          <ac:picMkLst>
            <pc:docMk/>
            <pc:sldMk cId="204840894" sldId="267"/>
            <ac:picMk id="6" creationId="{A9B172CF-DDA4-9000-FC49-49E50601E3A1}"/>
          </ac:picMkLst>
        </pc:pic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 del">
        <pc:chgData name="Renan Xavier Cortes" userId="d6af805853004405" providerId="LiveId" clId="{32CE5F03-9B31-4102-A03B-787EE1528540}" dt="2026-09-30T18:31:57.931" v="1868" actId="47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29T18:59:18.488" v="196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29T18:59:18.488" v="196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  <pc:sldChg chg="addSp delSp modSp add mod">
        <pc:chgData name="Renan Xavier Cortes" userId="d6af805853004405" providerId="LiveId" clId="{32CE5F03-9B31-4102-A03B-787EE1528540}" dt="2026-09-30T18:14:47.213" v="1846" actId="122"/>
        <pc:sldMkLst>
          <pc:docMk/>
          <pc:sldMk cId="1921800444" sldId="278"/>
        </pc:sldMkLst>
        <pc:spChg chg="add mod">
          <ac:chgData name="Renan Xavier Cortes" userId="d6af805853004405" providerId="LiveId" clId="{32CE5F03-9B31-4102-A03B-787EE1528540}" dt="2026-09-30T18:12:49.389" v="1724" actId="1076"/>
          <ac:spMkLst>
            <pc:docMk/>
            <pc:sldMk cId="1921800444" sldId="278"/>
            <ac:spMk id="5" creationId="{8B10989E-6495-BA93-F912-8AAFEB296936}"/>
          </ac:spMkLst>
        </pc:spChg>
        <pc:spChg chg="del">
          <ac:chgData name="Renan Xavier Cortes" userId="d6af805853004405" providerId="LiveId" clId="{32CE5F03-9B31-4102-A03B-787EE1528540}" dt="2026-09-30T18:11:28.032" v="1706" actId="478"/>
          <ac:spMkLst>
            <pc:docMk/>
            <pc:sldMk cId="1921800444" sldId="278"/>
            <ac:spMk id="9" creationId="{F3D738E0-9802-84AC-D1D0-0F6C3997DA9A}"/>
          </ac:spMkLst>
        </pc:spChg>
        <pc:spChg chg="del">
          <ac:chgData name="Renan Xavier Cortes" userId="d6af805853004405" providerId="LiveId" clId="{32CE5F03-9B31-4102-A03B-787EE1528540}" dt="2026-09-30T18:11:28.882" v="1707" actId="478"/>
          <ac:spMkLst>
            <pc:docMk/>
            <pc:sldMk cId="1921800444" sldId="278"/>
            <ac:spMk id="10" creationId="{472D680D-5A60-F84E-BF35-612417316049}"/>
          </ac:spMkLst>
        </pc:spChg>
        <pc:spChg chg="del">
          <ac:chgData name="Renan Xavier Cortes" userId="d6af805853004405" providerId="LiveId" clId="{32CE5F03-9B31-4102-A03B-787EE1528540}" dt="2026-09-30T18:11:29.817" v="1708" actId="478"/>
          <ac:spMkLst>
            <pc:docMk/>
            <pc:sldMk cId="1921800444" sldId="278"/>
            <ac:spMk id="11" creationId="{463AE348-FF9C-094B-31C9-092F747FF823}"/>
          </ac:spMkLst>
        </pc:spChg>
        <pc:spChg chg="del">
          <ac:chgData name="Renan Xavier Cortes" userId="d6af805853004405" providerId="LiveId" clId="{32CE5F03-9B31-4102-A03B-787EE1528540}" dt="2026-09-30T18:11:32.786" v="1709" actId="478"/>
          <ac:spMkLst>
            <pc:docMk/>
            <pc:sldMk cId="1921800444" sldId="278"/>
            <ac:spMk id="12" creationId="{E8C7AD1B-2FCE-2932-CAB2-FFF8012D7F25}"/>
          </ac:spMkLst>
        </pc:spChg>
        <pc:spChg chg="del">
          <ac:chgData name="Renan Xavier Cortes" userId="d6af805853004405" providerId="LiveId" clId="{32CE5F03-9B31-4102-A03B-787EE1528540}" dt="2026-09-30T18:11:40.294" v="1712" actId="478"/>
          <ac:spMkLst>
            <pc:docMk/>
            <pc:sldMk cId="1921800444" sldId="278"/>
            <ac:spMk id="13" creationId="{188B4642-779A-5D9F-A48A-05401DD39358}"/>
          </ac:spMkLst>
        </pc:spChg>
        <pc:spChg chg="add mod">
          <ac:chgData name="Renan Xavier Cortes" userId="d6af805853004405" providerId="LiveId" clId="{32CE5F03-9B31-4102-A03B-787EE1528540}" dt="2026-09-30T18:14:47.213" v="1846" actId="122"/>
          <ac:spMkLst>
            <pc:docMk/>
            <pc:sldMk cId="1921800444" sldId="278"/>
            <ac:spMk id="15" creationId="{F866C2C7-F83C-0C53-9473-159DD068B21A}"/>
          </ac:spMkLst>
        </pc:spChg>
        <pc:graphicFrameChg chg="del">
          <ac:chgData name="Renan Xavier Cortes" userId="d6af805853004405" providerId="LiveId" clId="{32CE5F03-9B31-4102-A03B-787EE1528540}" dt="2026-09-30T18:11:26.899" v="1705" actId="478"/>
          <ac:graphicFrameMkLst>
            <pc:docMk/>
            <pc:sldMk cId="1921800444" sldId="278"/>
            <ac:graphicFrameMk id="6" creationId="{58EE9A4A-D221-8BD1-EC89-B091240DADA6}"/>
          </ac:graphicFrameMkLst>
        </pc:graphicFrameChg>
        <pc:picChg chg="add mod">
          <ac:chgData name="Renan Xavier Cortes" userId="d6af805853004405" providerId="LiveId" clId="{32CE5F03-9B31-4102-A03B-787EE1528540}" dt="2026-09-30T18:14:17.047" v="1842" actId="1076"/>
          <ac:picMkLst>
            <pc:docMk/>
            <pc:sldMk cId="1921800444" sldId="278"/>
            <ac:picMk id="3074" creationId="{496D2546-4354-68C6-EAA2-03111C34F4D9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Prevalência de atividade criminal (ilustrativo)</c:v>
                </c:pt>
              </c:strCache>
            </c:strRef>
          </c:tx>
          <c:spPr>
            <a:ln w="38100">
              <a:solidFill>
                <a:srgbClr val="C1121F"/>
              </a:solidFill>
            </a:ln>
          </c:spPr>
          <c:marker>
            <c:spPr>
              <a:solidFill>
                <a:srgbClr val="C1121F"/>
              </a:solidFill>
              <a:ln>
                <a:solidFill>
                  <a:srgbClr val="C112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55</c:v>
                </c:pt>
                <c:pt idx="2">
                  <c:v>80</c:v>
                </c:pt>
                <c:pt idx="3">
                  <c:v>65</c:v>
                </c:pt>
                <c:pt idx="4">
                  <c:v>45</c:v>
                </c:pt>
                <c:pt idx="5">
                  <c:v>30</c:v>
                </c:pt>
                <c:pt idx="6">
                  <c:v>18</c:v>
                </c:pt>
                <c:pt idx="7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27-44E9-B3AA-90EDED4465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25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E0E0DC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10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6714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analises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Furtos, por sua vez, possuem altas taxas no litoral norte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B172CF-DDA4-9000-FC49-49E50601E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17" y="2036595"/>
            <a:ext cx="10294278" cy="4309501"/>
          </a:xfrm>
          <a:prstGeom prst="rect">
            <a:avLst/>
          </a:prstGeom>
        </p:spPr>
      </p:pic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A7924BE9-722D-AE8C-355C-9C9926B6843C}"/>
              </a:ext>
            </a:extLst>
          </p:cNvPr>
          <p:cNvSpPr/>
          <p:nvPr/>
        </p:nvSpPr>
        <p:spPr>
          <a:xfrm>
            <a:off x="7225259" y="3141467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: para a Esquerda 9">
            <a:extLst>
              <a:ext uri="{FF2B5EF4-FFF2-40B4-BE49-F238E27FC236}">
                <a16:creationId xmlns:a16="http://schemas.microsoft.com/office/drawing/2014/main" id="{3DB70E76-2C85-16FB-C8CC-53EB3AEECE7B}"/>
              </a:ext>
            </a:extLst>
          </p:cNvPr>
          <p:cNvSpPr/>
          <p:nvPr/>
        </p:nvSpPr>
        <p:spPr>
          <a:xfrm>
            <a:off x="7007901" y="3552606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a Esquerda 10">
            <a:extLst>
              <a:ext uri="{FF2B5EF4-FFF2-40B4-BE49-F238E27FC236}">
                <a16:creationId xmlns:a16="http://schemas.microsoft.com/office/drawing/2014/main" id="{CB184BE6-0BE2-BA18-029A-52DD351FDF0B}"/>
              </a:ext>
            </a:extLst>
          </p:cNvPr>
          <p:cNvSpPr/>
          <p:nvPr/>
        </p:nvSpPr>
        <p:spPr>
          <a:xfrm>
            <a:off x="6790543" y="4191345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393E99D-8654-6736-563B-90241C78B105}"/>
              </a:ext>
            </a:extLst>
          </p:cNvPr>
          <p:cNvSpPr txBox="1"/>
          <p:nvPr/>
        </p:nvSpPr>
        <p:spPr>
          <a:xfrm>
            <a:off x="7763957" y="3069717"/>
            <a:ext cx="19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Arroio do Sal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6618367-6AF6-11AD-D1D8-E58D6B826BC7}"/>
              </a:ext>
            </a:extLst>
          </p:cNvPr>
          <p:cNvSpPr txBox="1"/>
          <p:nvPr/>
        </p:nvSpPr>
        <p:spPr>
          <a:xfrm>
            <a:off x="7538434" y="3463841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Capão da Canoa</a:t>
            </a:r>
          </a:p>
        </p:txBody>
      </p:sp>
      <p:sp>
        <p:nvSpPr>
          <p:cNvPr id="14" name="Seta: para a Esquerda 13">
            <a:extLst>
              <a:ext uri="{FF2B5EF4-FFF2-40B4-BE49-F238E27FC236}">
                <a16:creationId xmlns:a16="http://schemas.microsoft.com/office/drawing/2014/main" id="{8D019ECB-738C-DA5C-6576-C6F980D41762}"/>
              </a:ext>
            </a:extLst>
          </p:cNvPr>
          <p:cNvSpPr/>
          <p:nvPr/>
        </p:nvSpPr>
        <p:spPr>
          <a:xfrm>
            <a:off x="6775552" y="4608979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74D6D9C-D93C-E743-92A2-746B8DEBF90F}"/>
              </a:ext>
            </a:extLst>
          </p:cNvPr>
          <p:cNvSpPr txBox="1"/>
          <p:nvPr/>
        </p:nvSpPr>
        <p:spPr>
          <a:xfrm>
            <a:off x="7364470" y="4117231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Tramandaí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E74E98-E9A5-2B69-D05B-BE0099A83A98}"/>
              </a:ext>
            </a:extLst>
          </p:cNvPr>
          <p:cNvSpPr txBox="1"/>
          <p:nvPr/>
        </p:nvSpPr>
        <p:spPr>
          <a:xfrm>
            <a:off x="7334490" y="4528370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Cidreira</a:t>
            </a:r>
          </a:p>
        </p:txBody>
      </p:sp>
      <p:sp>
        <p:nvSpPr>
          <p:cNvPr id="17" name="Seta: para a Esquerda 16">
            <a:extLst>
              <a:ext uri="{FF2B5EF4-FFF2-40B4-BE49-F238E27FC236}">
                <a16:creationId xmlns:a16="http://schemas.microsoft.com/office/drawing/2014/main" id="{FACE062B-6F3D-8D21-21CB-ECA3E8074E2F}"/>
              </a:ext>
            </a:extLst>
          </p:cNvPr>
          <p:cNvSpPr/>
          <p:nvPr/>
        </p:nvSpPr>
        <p:spPr>
          <a:xfrm>
            <a:off x="6899775" y="3855182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F8C814-56E9-CAB5-BF4F-0B98EEFB341E}"/>
              </a:ext>
            </a:extLst>
          </p:cNvPr>
          <p:cNvSpPr txBox="1"/>
          <p:nvPr/>
        </p:nvSpPr>
        <p:spPr>
          <a:xfrm>
            <a:off x="7451452" y="3797917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/>
              <a:t>Xangri-lá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3" y="2305953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de multifatorial e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Maioria das Revisões de Literatura são contrárias à tese “Mais Armas, Menos Crimes”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851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Becker (1968) (Escolha racional):</a:t>
            </a:r>
            <a:r>
              <a:rPr lang="pt-BR" sz="28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3250650"/>
            <a:ext cx="1056956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Dissuasão: </a:t>
            </a:r>
            <a:r>
              <a:rPr lang="pt-BR" sz="28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8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Hipótese: </a:t>
            </a:r>
            <a:r>
              <a:rPr lang="pt-BR" sz="2800" dirty="0"/>
              <a:t>mais luminosidade significa mais testemunhas e mais facilidade para identificar os autores, o que aumenta a probabilidade de captura.</a:t>
            </a:r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8EE9A4A-D221-8BD1-EC89-B091240DADA6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33172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6">
            <a:extLst>
              <a:ext uri="{FF2B5EF4-FFF2-40B4-BE49-F238E27FC236}">
                <a16:creationId xmlns:a16="http://schemas.microsoft.com/office/drawing/2014/main" id="{F3D738E0-9802-84AC-D1D0-0F6C3997DA9A}"/>
              </a:ext>
            </a:extLst>
          </p:cNvPr>
          <p:cNvSpPr txBox="1"/>
          <p:nvPr/>
        </p:nvSpPr>
        <p:spPr>
          <a:xfrm>
            <a:off x="6903720" y="2377440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7676"/>
                </a:solidFill>
                <a:latin typeface="Calibri"/>
              </a:rPr>
              <a:t>O PICO ESTÁ ENVELHECENDO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472D680D-5A60-F84E-BF35-612417316049}"/>
              </a:ext>
            </a:extLst>
          </p:cNvPr>
          <p:cNvSpPr txBox="1"/>
          <p:nvPr/>
        </p:nvSpPr>
        <p:spPr>
          <a:xfrm>
            <a:off x="6903720" y="2697480"/>
            <a:ext cx="4709160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Dados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prisões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EUA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2024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mostram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próxima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dos 32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alta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que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históricos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da curva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-crime.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463AE348-FF9C-094B-31C9-092F747FF823}"/>
              </a:ext>
            </a:extLst>
          </p:cNvPr>
          <p:cNvSpPr/>
          <p:nvPr/>
        </p:nvSpPr>
        <p:spPr>
          <a:xfrm>
            <a:off x="6903720" y="4069080"/>
            <a:ext cx="4709160" cy="1737360"/>
          </a:xfrm>
          <a:prstGeom prst="rect">
            <a:avLst/>
          </a:prstGeom>
          <a:solidFill>
            <a:srgbClr val="EC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8C7AD1B-2FCE-2932-CAB2-FFF8012D7F25}"/>
              </a:ext>
            </a:extLst>
          </p:cNvPr>
          <p:cNvSpPr txBox="1"/>
          <p:nvPr/>
        </p:nvSpPr>
        <p:spPr>
          <a:xfrm>
            <a:off x="7018020" y="4357431"/>
            <a:ext cx="4594860" cy="1224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efeito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incapacitador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lang="pt-BR" sz="1400" b="0" i="0" dirty="0">
                <a:solidFill>
                  <a:srgbClr val="3A3A3A"/>
                </a:solidFill>
                <a:latin typeface="Calibri"/>
              </a:rPr>
              <a:t>(ou seja, o intervalo de idade em que manter alguém fora do circuito criminal mais reduz crimes futuros)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hoje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entre 30–40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não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no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jovem</a:t>
            </a:r>
            <a:r>
              <a:rPr lang="pt-BR" sz="1400" dirty="0">
                <a:solidFill>
                  <a:srgbClr val="3A3A3A"/>
                </a:solidFill>
                <a:latin typeface="Calibri"/>
              </a:rPr>
              <a:t> (</a:t>
            </a:r>
            <a:r>
              <a:rPr lang="en-US" sz="1400" dirty="0">
                <a:solidFill>
                  <a:srgbClr val="3A3A3A"/>
                </a:solidFill>
                <a:latin typeface="Calibri"/>
              </a:rPr>
              <a:t>David P. Farrington, "Age and Crime", Crime and Justice, v. 7, p. 189–250, 1986).</a:t>
            </a:r>
            <a:endParaRPr sz="1400" b="0" i="0" dirty="0">
              <a:solidFill>
                <a:srgbClr val="3A3A3A"/>
              </a:solidFill>
              <a:latin typeface="Calibri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188B4642-779A-5D9F-A48A-05401DD39358}"/>
              </a:ext>
            </a:extLst>
          </p:cNvPr>
          <p:cNvSpPr txBox="1"/>
          <p:nvPr/>
        </p:nvSpPr>
        <p:spPr>
          <a:xfrm>
            <a:off x="563879" y="6127824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 dirty="0">
                <a:solidFill>
                  <a:srgbClr val="767676"/>
                </a:solidFill>
                <a:latin typeface="Calibri"/>
              </a:rPr>
              <a:t>Fonte: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análise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dados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prisões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nos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EUA (2024);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literatura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brasileira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economia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do crime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sobre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duração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carreira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criminosa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Captura de tela">
            <a:extLst>
              <a:ext uri="{FF2B5EF4-FFF2-40B4-BE49-F238E27FC236}">
                <a16:creationId xmlns:a16="http://schemas.microsoft.com/office/drawing/2014/main" id="{496D2546-4354-68C6-EAA2-03111C34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6" y="1794841"/>
            <a:ext cx="6449036" cy="419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B10989E-6495-BA93-F912-8AAFEB296936}"/>
              </a:ext>
            </a:extLst>
          </p:cNvPr>
          <p:cNvSpPr txBox="1"/>
          <p:nvPr/>
        </p:nvSpPr>
        <p:spPr>
          <a:xfrm>
            <a:off x="1103819" y="6126961"/>
            <a:ext cx="74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Moffitt, T. E. (1993). Adolescence-limited and life-course-persistent antisocial behavior: A developmental taxonomy. 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Psychological Review, 100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(4), 674–701</a:t>
            </a:r>
            <a:endParaRPr lang="pt-BR" sz="1400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66C2C7-F83C-0C53-9473-159DD068B21A}"/>
              </a:ext>
            </a:extLst>
          </p:cNvPr>
          <p:cNvSpPr txBox="1"/>
          <p:nvPr/>
        </p:nvSpPr>
        <p:spPr>
          <a:xfrm>
            <a:off x="7674963" y="2717469"/>
            <a:ext cx="4457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Mudanças na estrutura etária também podem ser um fator que explique as taxas de criminalidade (MELLO, João Manoel Pinho de; SCHNEIDER, Alexandre. </a:t>
            </a:r>
            <a:r>
              <a:rPr lang="pt-BR" b="1" u="none" strike="noStrike" dirty="0">
                <a:effectLst/>
                <a:latin typeface="Google Sans"/>
              </a:rPr>
              <a:t>Age </a:t>
            </a:r>
            <a:r>
              <a:rPr lang="pt-BR" b="1" u="none" strike="noStrike" dirty="0" err="1">
                <a:effectLst/>
                <a:latin typeface="Google Sans"/>
              </a:rPr>
              <a:t>structure</a:t>
            </a:r>
            <a:r>
              <a:rPr lang="pt-BR" b="1" u="none" strike="noStrike" dirty="0">
                <a:effectLst/>
                <a:latin typeface="Google Sans"/>
              </a:rPr>
              <a:t> </a:t>
            </a:r>
            <a:r>
              <a:rPr lang="pt-BR" b="1" u="none" strike="noStrike" dirty="0" err="1">
                <a:effectLst/>
                <a:latin typeface="Google Sans"/>
              </a:rPr>
              <a:t>explaining</a:t>
            </a:r>
            <a:r>
              <a:rPr lang="pt-BR" b="1" u="none" strike="noStrike" dirty="0">
                <a:effectLst/>
                <a:latin typeface="Google Sans"/>
              </a:rPr>
              <a:t> a </a:t>
            </a:r>
            <a:r>
              <a:rPr lang="pt-BR" b="1" u="none" strike="noStrike" dirty="0" err="1">
                <a:effectLst/>
                <a:latin typeface="Google Sans"/>
              </a:rPr>
              <a:t>large</a:t>
            </a:r>
            <a:r>
              <a:rPr lang="pt-BR" b="1" u="none" strike="noStrike" dirty="0">
                <a:effectLst/>
                <a:latin typeface="Google Sans"/>
              </a:rPr>
              <a:t> shift in </a:t>
            </a:r>
            <a:r>
              <a:rPr lang="pt-BR" b="1" u="none" strike="noStrike" dirty="0" err="1">
                <a:effectLst/>
                <a:latin typeface="Google Sans"/>
              </a:rPr>
              <a:t>homicides</a:t>
            </a:r>
            <a:r>
              <a:rPr lang="pt-BR" b="1" u="none" strike="noStrike" dirty="0">
                <a:effectLst/>
                <a:latin typeface="Google Sans"/>
              </a:rPr>
              <a:t>: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case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of</a:t>
            </a:r>
            <a:r>
              <a:rPr lang="pt-BR" b="1" dirty="0"/>
              <a:t> São Paulo. Rio de Janeiro: PUC-Rio, 2007)</a:t>
            </a:r>
          </a:p>
        </p:txBody>
      </p:sp>
    </p:spTree>
    <p:extLst>
      <p:ext uri="{BB962C8B-B14F-4D97-AF65-F5344CB8AC3E}">
        <p14:creationId xmlns:p14="http://schemas.microsoft.com/office/powerpoint/2010/main" val="1921800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79259" y="294626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 que veremos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Apresentação da equipe do Henrique </a:t>
            </a:r>
            <a:r>
              <a:rPr lang="pt-BR" sz="2000" b="1" dirty="0" err="1"/>
              <a:t>Joner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Tenho certeza que 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9176</TotalTime>
  <Words>845</Words>
  <Application>Microsoft Office PowerPoint</Application>
  <PresentationFormat>Widescreen</PresentationFormat>
  <Paragraphs>89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2026-09-30T18:35:42Z</dcterms:modified>
</cp:coreProperties>
</file>