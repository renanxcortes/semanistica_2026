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73" r:id="rId4"/>
    <p:sldId id="269" r:id="rId5"/>
    <p:sldId id="274" r:id="rId6"/>
    <p:sldId id="270" r:id="rId7"/>
    <p:sldId id="275" r:id="rId8"/>
    <p:sldId id="271" r:id="rId9"/>
    <p:sldId id="267" r:id="rId10"/>
    <p:sldId id="260" r:id="rId11"/>
    <p:sldId id="262" r:id="rId12"/>
    <p:sldId id="276" r:id="rId13"/>
    <p:sldId id="277" r:id="rId14"/>
    <p:sldId id="264" r:id="rId15"/>
    <p:sldId id="278" r:id="rId16"/>
    <p:sldId id="263" r:id="rId17"/>
    <p:sldId id="261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Xavier Cortes" userId="d6af805853004405" providerId="LiveId" clId="{47132E32-3CED-4551-B838-F075A1BEA901}"/>
    <pc:docChg chg="undo custSel addSld delSld modSld">
      <pc:chgData name="Renan Xavier Cortes" userId="d6af805853004405" providerId="LiveId" clId="{47132E32-3CED-4551-B838-F075A1BEA901}" dt="2026-09-29T18:36:57.355" v="915" actId="1076"/>
      <pc:docMkLst>
        <pc:docMk/>
      </pc:docMkLst>
      <pc:sldChg chg="addSp modSp mod">
        <pc:chgData name="Renan Xavier Cortes" userId="d6af805853004405" providerId="LiveId" clId="{47132E32-3CED-4551-B838-F075A1BEA901}" dt="2026-09-29T14:57:20.186" v="210" actId="1076"/>
        <pc:sldMkLst>
          <pc:docMk/>
          <pc:sldMk cId="193773268" sldId="256"/>
        </pc:sldMkLst>
        <pc:spChg chg="mod">
          <ac:chgData name="Renan Xavier Cortes" userId="d6af805853004405" providerId="LiveId" clId="{47132E32-3CED-4551-B838-F075A1BEA901}" dt="2026-09-29T14:57:17.131" v="209" actId="1076"/>
          <ac:spMkLst>
            <pc:docMk/>
            <pc:sldMk cId="193773268" sldId="256"/>
            <ac:spMk id="2" creationId="{F46BAB02-4578-42EC-A9FB-F4446897095D}"/>
          </ac:spMkLst>
        </pc:spChg>
        <pc:spChg chg="mod">
          <ac:chgData name="Renan Xavier Cortes" userId="d6af805853004405" providerId="LiveId" clId="{47132E32-3CED-4551-B838-F075A1BEA901}" dt="2026-09-29T14:57:20.186" v="210" actId="1076"/>
          <ac:spMkLst>
            <pc:docMk/>
            <pc:sldMk cId="193773268" sldId="256"/>
            <ac:spMk id="3" creationId="{E24682F1-DCA0-4D32-9C18-17426E59B203}"/>
          </ac:spMkLst>
        </pc:spChg>
        <pc:spChg chg="mod">
          <ac:chgData name="Renan Xavier Cortes" userId="d6af805853004405" providerId="LiveId" clId="{47132E32-3CED-4551-B838-F075A1BEA901}" dt="2026-09-29T14:55:08.343" v="123" actId="1076"/>
          <ac:spMkLst>
            <pc:docMk/>
            <pc:sldMk cId="193773268" sldId="256"/>
            <ac:spMk id="4" creationId="{D49A408B-D762-44A8-8FB9-8DC0FA83E7C6}"/>
          </ac:spMkLst>
        </pc:spChg>
        <pc:spChg chg="add mod">
          <ac:chgData name="Renan Xavier Cortes" userId="d6af805853004405" providerId="LiveId" clId="{47132E32-3CED-4551-B838-F075A1BEA901}" dt="2026-09-29T14:57:12.391" v="208" actId="1076"/>
          <ac:spMkLst>
            <pc:docMk/>
            <pc:sldMk cId="193773268" sldId="256"/>
            <ac:spMk id="7" creationId="{6B29FA23-014D-4A1D-A713-5F46B1813284}"/>
          </ac:spMkLst>
        </pc:spChg>
      </pc:sldChg>
      <pc:sldChg chg="addSp delSp modSp del mod">
        <pc:chgData name="Renan Xavier Cortes" userId="d6af805853004405" providerId="LiveId" clId="{47132E32-3CED-4551-B838-F075A1BEA901}" dt="2026-09-29T18:22:51.914" v="688" actId="47"/>
        <pc:sldMkLst>
          <pc:docMk/>
          <pc:sldMk cId="1859719164" sldId="259"/>
        </pc:sldMkLst>
        <pc:spChg chg="add mod">
          <ac:chgData name="Renan Xavier Cortes" userId="d6af805853004405" providerId="LiveId" clId="{47132E32-3CED-4551-B838-F075A1BEA901}" dt="2026-09-29T15:04:27.760" v="498" actId="20577"/>
          <ac:spMkLst>
            <pc:docMk/>
            <pc:sldMk cId="1859719164" sldId="259"/>
            <ac:spMk id="4" creationId="{F9B44222-0FEB-DD8A-E65A-F10683C06A0F}"/>
          </ac:spMkLst>
        </pc:spChg>
        <pc:spChg chg="add del">
          <ac:chgData name="Renan Xavier Cortes" userId="d6af805853004405" providerId="LiveId" clId="{47132E32-3CED-4551-B838-F075A1BEA901}" dt="2026-09-29T18:21:12.247" v="570" actId="22"/>
          <ac:spMkLst>
            <pc:docMk/>
            <pc:sldMk cId="1859719164" sldId="259"/>
            <ac:spMk id="6" creationId="{B15D005F-466A-825C-6223-31B5EFB5F0A1}"/>
          </ac:spMkLst>
        </pc:spChg>
        <pc:spChg chg="mod">
          <ac:chgData name="Renan Xavier Cortes" userId="d6af805853004405" providerId="LiveId" clId="{47132E32-3CED-4551-B838-F075A1BEA901}" dt="2026-09-29T15:05:53.531" v="558" actId="20577"/>
          <ac:spMkLst>
            <pc:docMk/>
            <pc:sldMk cId="1859719164" sldId="259"/>
            <ac:spMk id="8" creationId="{39AE06C5-34BE-4D68-97C3-4C07702C2DF6}"/>
          </ac:spMkLst>
        </pc:spChg>
        <pc:spChg chg="del">
          <ac:chgData name="Renan Xavier Cortes" userId="d6af805853004405" providerId="LiveId" clId="{47132E32-3CED-4551-B838-F075A1BEA901}" dt="2026-09-29T15:03:40.173" v="390" actId="478"/>
          <ac:spMkLst>
            <pc:docMk/>
            <pc:sldMk cId="1859719164" sldId="259"/>
            <ac:spMk id="14" creationId="{427DBFEB-81BF-4CC3-A411-FBF43D295C5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921823341" sldId="260"/>
        </pc:sldMkLst>
      </pc:sldChg>
      <pc:sldChg chg="modSp add mod setBg">
        <pc:chgData name="Renan Xavier Cortes" userId="d6af805853004405" providerId="LiveId" clId="{47132E32-3CED-4551-B838-F075A1BEA901}" dt="2026-09-29T15:03:06.579" v="323" actId="14100"/>
        <pc:sldMkLst>
          <pc:docMk/>
          <pc:sldMk cId="3554767980" sldId="260"/>
        </pc:sldMkLst>
        <pc:spChg chg="mod">
          <ac:chgData name="Renan Xavier Cortes" userId="d6af805853004405" providerId="LiveId" clId="{47132E32-3CED-4551-B838-F075A1BEA901}" dt="2026-09-29T15:03:06.579" v="323" actId="14100"/>
          <ac:spMkLst>
            <pc:docMk/>
            <pc:sldMk cId="3554767980" sldId="260"/>
            <ac:spMk id="8" creationId="{39AE06C5-34BE-4D68-97C3-4C07702C2DF6}"/>
          </ac:spMkLst>
        </pc:spChg>
        <pc:spChg chg="mod">
          <ac:chgData name="Renan Xavier Cortes" userId="d6af805853004405" providerId="LiveId" clId="{47132E32-3CED-4551-B838-F075A1BEA901}" dt="2026-09-29T14:58:16.558" v="215" actId="20577"/>
          <ac:spMkLst>
            <pc:docMk/>
            <pc:sldMk cId="3554767980" sldId="260"/>
            <ac:spMk id="14" creationId="{427DBFEB-81BF-4CC3-A411-FBF43D295C5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121898900" sldId="261"/>
        </pc:sldMkLst>
      </pc:sldChg>
      <pc:sldChg chg="modSp add mod setBg">
        <pc:chgData name="Renan Xavier Cortes" userId="d6af805853004405" providerId="LiveId" clId="{47132E32-3CED-4551-B838-F075A1BEA901}" dt="2026-09-29T18:23:35.517" v="758" actId="20577"/>
        <pc:sldMkLst>
          <pc:docMk/>
          <pc:sldMk cId="3705900010" sldId="261"/>
        </pc:sldMkLst>
        <pc:spChg chg="mod">
          <ac:chgData name="Renan Xavier Cortes" userId="d6af805853004405" providerId="LiveId" clId="{47132E32-3CED-4551-B838-F075A1BEA901}" dt="2026-09-29T15:01:22.631" v="253" actId="14100"/>
          <ac:spMkLst>
            <pc:docMk/>
            <pc:sldMk cId="3705900010" sldId="261"/>
            <ac:spMk id="8" creationId="{39AE06C5-34BE-4D68-97C3-4C07702C2DF6}"/>
          </ac:spMkLst>
        </pc:spChg>
        <pc:spChg chg="mod">
          <ac:chgData name="Renan Xavier Cortes" userId="d6af805853004405" providerId="LiveId" clId="{47132E32-3CED-4551-B838-F075A1BEA901}" dt="2026-09-29T18:23:35.517" v="758" actId="20577"/>
          <ac:spMkLst>
            <pc:docMk/>
            <pc:sldMk cId="3705900010" sldId="261"/>
            <ac:spMk id="14" creationId="{427DBFEB-81BF-4CC3-A411-FBF43D295C56}"/>
          </ac:spMkLst>
        </pc:spChg>
      </pc:sldChg>
      <pc:sldChg chg="modSp add mod">
        <pc:chgData name="Renan Xavier Cortes" userId="d6af805853004405" providerId="LiveId" clId="{47132E32-3CED-4551-B838-F075A1BEA901}" dt="2026-09-29T15:03:16.790" v="351" actId="20577"/>
        <pc:sldMkLst>
          <pc:docMk/>
          <pc:sldMk cId="1536836101" sldId="262"/>
        </pc:sldMkLst>
        <pc:spChg chg="mod">
          <ac:chgData name="Renan Xavier Cortes" userId="d6af805853004405" providerId="LiveId" clId="{47132E32-3CED-4551-B838-F075A1BEA901}" dt="2026-09-29T15:03:16.790" v="351" actId="20577"/>
          <ac:spMkLst>
            <pc:docMk/>
            <pc:sldMk cId="1536836101" sldId="262"/>
            <ac:spMk id="8" creationId="{39AE06C5-34BE-4D68-97C3-4C07702C2DF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689213611" sldId="262"/>
        </pc:sldMkLst>
      </pc:sldChg>
      <pc:sldChg chg="modSp add mod">
        <pc:chgData name="Renan Xavier Cortes" userId="d6af805853004405" providerId="LiveId" clId="{47132E32-3CED-4551-B838-F075A1BEA901}" dt="2026-09-29T18:20:46.145" v="568" actId="1076"/>
        <pc:sldMkLst>
          <pc:docMk/>
          <pc:sldMk cId="1070033144" sldId="263"/>
        </pc:sldMkLst>
        <pc:spChg chg="mod">
          <ac:chgData name="Renan Xavier Cortes" userId="d6af805853004405" providerId="LiveId" clId="{47132E32-3CED-4551-B838-F075A1BEA901}" dt="2026-09-29T18:20:46.145" v="568" actId="1076"/>
          <ac:spMkLst>
            <pc:docMk/>
            <pc:sldMk cId="1070033144" sldId="263"/>
            <ac:spMk id="8" creationId="{39AE06C5-34BE-4D68-97C3-4C07702C2DF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495373715" sldId="263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612877480" sldId="264"/>
        </pc:sldMkLst>
      </pc:sldChg>
      <pc:sldChg chg="modSp add mod">
        <pc:chgData name="Renan Xavier Cortes" userId="d6af805853004405" providerId="LiveId" clId="{47132E32-3CED-4551-B838-F075A1BEA901}" dt="2026-09-29T15:05:12.345" v="555" actId="20577"/>
        <pc:sldMkLst>
          <pc:docMk/>
          <pc:sldMk cId="4218870347" sldId="264"/>
        </pc:sldMkLst>
        <pc:spChg chg="mod">
          <ac:chgData name="Renan Xavier Cortes" userId="d6af805853004405" providerId="LiveId" clId="{47132E32-3CED-4551-B838-F075A1BEA901}" dt="2026-09-29T15:05:12.345" v="555" actId="20577"/>
          <ac:spMkLst>
            <pc:docMk/>
            <pc:sldMk cId="4218870347" sldId="264"/>
            <ac:spMk id="8" creationId="{39AE06C5-34BE-4D68-97C3-4C07702C2DF6}"/>
          </ac:spMkLst>
        </pc:sp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607923279" sldId="265"/>
        </pc:sldMkLst>
      </pc:sldChg>
      <pc:sldChg chg="modSp add mod setBg">
        <pc:chgData name="Renan Xavier Cortes" userId="d6af805853004405" providerId="LiveId" clId="{47132E32-3CED-4551-B838-F075A1BEA901}" dt="2026-09-29T18:22:45.420" v="686"/>
        <pc:sldMkLst>
          <pc:docMk/>
          <pc:sldMk cId="1600642753" sldId="265"/>
        </pc:sldMkLst>
        <pc:spChg chg="mod">
          <ac:chgData name="Renan Xavier Cortes" userId="d6af805853004405" providerId="LiveId" clId="{47132E32-3CED-4551-B838-F075A1BEA901}" dt="2026-09-29T18:22:45.420" v="686"/>
          <ac:spMkLst>
            <pc:docMk/>
            <pc:sldMk cId="1600642753" sldId="265"/>
            <ac:spMk id="4" creationId="{F9B44222-0FEB-DD8A-E65A-F10683C06A0F}"/>
          </ac:spMkLst>
        </pc:spChg>
      </pc:sldChg>
      <pc:sldChg chg="addSp delSp modSp add mod">
        <pc:chgData name="Renan Xavier Cortes" userId="d6af805853004405" providerId="LiveId" clId="{47132E32-3CED-4551-B838-F075A1BEA901}" dt="2026-09-29T18:26:56.444" v="780" actId="1076"/>
        <pc:sldMkLst>
          <pc:docMk/>
          <pc:sldMk cId="1142341405" sldId="266"/>
        </pc:sldMkLst>
        <pc:spChg chg="del">
          <ac:chgData name="Renan Xavier Cortes" userId="d6af805853004405" providerId="LiveId" clId="{47132E32-3CED-4551-B838-F075A1BEA901}" dt="2026-09-29T18:26:15.946" v="760" actId="478"/>
          <ac:spMkLst>
            <pc:docMk/>
            <pc:sldMk cId="1142341405" sldId="266"/>
            <ac:spMk id="4" creationId="{F9B44222-0FEB-DD8A-E65A-F10683C06A0F}"/>
          </ac:spMkLst>
        </pc:spChg>
        <pc:spChg chg="add mod">
          <ac:chgData name="Renan Xavier Cortes" userId="d6af805853004405" providerId="LiveId" clId="{47132E32-3CED-4551-B838-F075A1BEA901}" dt="2026-09-29T18:26:50.509" v="779" actId="1076"/>
          <ac:spMkLst>
            <pc:docMk/>
            <pc:sldMk cId="1142341405" sldId="266"/>
            <ac:spMk id="10" creationId="{1EC13558-8FF6-63D5-3E6E-6D463775B43A}"/>
          </ac:spMkLst>
        </pc:spChg>
        <pc:picChg chg="add mod">
          <ac:chgData name="Renan Xavier Cortes" userId="d6af805853004405" providerId="LiveId" clId="{47132E32-3CED-4551-B838-F075A1BEA901}" dt="2026-09-29T18:26:56.444" v="780" actId="1076"/>
          <ac:picMkLst>
            <pc:docMk/>
            <pc:sldMk cId="1142341405" sldId="266"/>
            <ac:picMk id="6" creationId="{30A25A74-C6A2-F503-B7BB-2453B7259618}"/>
          </ac:picMkLst>
        </pc:pic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391640227" sldId="266"/>
        </pc:sldMkLst>
      </pc:sldChg>
      <pc:sldChg chg="add">
        <pc:chgData name="Renan Xavier Cortes" userId="d6af805853004405" providerId="LiveId" clId="{47132E32-3CED-4551-B838-F075A1BEA901}" dt="2026-09-29T18:25:23.893" v="759"/>
        <pc:sldMkLst>
          <pc:docMk/>
          <pc:sldMk cId="204840894" sldId="267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343228278" sldId="267"/>
        </pc:sldMkLst>
      </pc:sldChg>
      <pc:sldChg chg="addSp delSp modSp add mod modAnim">
        <pc:chgData name="Renan Xavier Cortes" userId="d6af805853004405" providerId="LiveId" clId="{47132E32-3CED-4551-B838-F075A1BEA901}" dt="2026-09-29T18:36:57.355" v="915" actId="1076"/>
        <pc:sldMkLst>
          <pc:docMk/>
          <pc:sldMk cId="1465096313" sldId="268"/>
        </pc:sldMkLst>
        <pc:spChg chg="add mod">
          <ac:chgData name="Renan Xavier Cortes" userId="d6af805853004405" providerId="LiveId" clId="{47132E32-3CED-4551-B838-F075A1BEA901}" dt="2026-09-29T18:30:28.147" v="838" actId="1076"/>
          <ac:spMkLst>
            <pc:docMk/>
            <pc:sldMk cId="1465096313" sldId="268"/>
            <ac:spMk id="9" creationId="{F2BFA96A-D339-8FCD-73F3-A98C6FB1A208}"/>
          </ac:spMkLst>
        </pc:spChg>
        <pc:spChg chg="del">
          <ac:chgData name="Renan Xavier Cortes" userId="d6af805853004405" providerId="LiveId" clId="{47132E32-3CED-4551-B838-F075A1BEA901}" dt="2026-09-29T18:29:10.670" v="787" actId="478"/>
          <ac:spMkLst>
            <pc:docMk/>
            <pc:sldMk cId="1465096313" sldId="268"/>
            <ac:spMk id="10" creationId="{1EC13558-8FF6-63D5-3E6E-6D463775B43A}"/>
          </ac:spMkLst>
        </pc:spChg>
        <pc:spChg chg="add mod">
          <ac:chgData name="Renan Xavier Cortes" userId="d6af805853004405" providerId="LiveId" clId="{47132E32-3CED-4551-B838-F075A1BEA901}" dt="2026-09-29T18:30:28.147" v="838" actId="1076"/>
          <ac:spMkLst>
            <pc:docMk/>
            <pc:sldMk cId="1465096313" sldId="268"/>
            <ac:spMk id="11" creationId="{63473FA8-546B-98E4-CF91-B3DF0492CB8A}"/>
          </ac:spMkLst>
        </pc:spChg>
        <pc:spChg chg="add mod">
          <ac:chgData name="Renan Xavier Cortes" userId="d6af805853004405" providerId="LiveId" clId="{47132E32-3CED-4551-B838-F075A1BEA901}" dt="2026-09-29T18:30:51.451" v="849" actId="1076"/>
          <ac:spMkLst>
            <pc:docMk/>
            <pc:sldMk cId="1465096313" sldId="268"/>
            <ac:spMk id="12" creationId="{AE6A05C6-022E-A44A-E461-AF8DD200FC87}"/>
          </ac:spMkLst>
        </pc:spChg>
        <pc:spChg chg="add mod">
          <ac:chgData name="Renan Xavier Cortes" userId="d6af805853004405" providerId="LiveId" clId="{47132E32-3CED-4551-B838-F075A1BEA901}" dt="2026-09-29T18:30:46.720" v="847" actId="1076"/>
          <ac:spMkLst>
            <pc:docMk/>
            <pc:sldMk cId="1465096313" sldId="268"/>
            <ac:spMk id="13" creationId="{E03127C9-7588-FBD4-595D-6A2F1F3D14E0}"/>
          </ac:spMkLst>
        </pc:spChg>
        <pc:spChg chg="add mod">
          <ac:chgData name="Renan Xavier Cortes" userId="d6af805853004405" providerId="LiveId" clId="{47132E32-3CED-4551-B838-F075A1BEA901}" dt="2026-09-29T18:36:57.355" v="915" actId="1076"/>
          <ac:spMkLst>
            <pc:docMk/>
            <pc:sldMk cId="1465096313" sldId="268"/>
            <ac:spMk id="14" creationId="{CC940681-D24C-DDA3-70D8-08D0140FDE95}"/>
          </ac:spMkLst>
        </pc:spChg>
        <pc:picChg chg="add mod">
          <ac:chgData name="Renan Xavier Cortes" userId="d6af805853004405" providerId="LiveId" clId="{47132E32-3CED-4551-B838-F075A1BEA901}" dt="2026-09-29T18:30:18.879" v="837" actId="1076"/>
          <ac:picMkLst>
            <pc:docMk/>
            <pc:sldMk cId="1465096313" sldId="268"/>
            <ac:picMk id="5" creationId="{0BDFC6BB-B3D9-BE65-8A9A-06C3689C04D0}"/>
          </ac:picMkLst>
        </pc:picChg>
        <pc:picChg chg="del">
          <ac:chgData name="Renan Xavier Cortes" userId="d6af805853004405" providerId="LiveId" clId="{47132E32-3CED-4551-B838-F075A1BEA901}" dt="2026-09-29T18:28:21.961" v="782" actId="478"/>
          <ac:picMkLst>
            <pc:docMk/>
            <pc:sldMk cId="1465096313" sldId="268"/>
            <ac:picMk id="6" creationId="{30A25A74-C6A2-F503-B7BB-2453B7259618}"/>
          </ac:picMkLst>
        </pc:pic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4060517312" sldId="268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280539132" sldId="269"/>
        </pc:sldMkLst>
      </pc:sldChg>
      <pc:sldChg chg="addSp delSp modSp add mod modAnim">
        <pc:chgData name="Renan Xavier Cortes" userId="d6af805853004405" providerId="LiveId" clId="{47132E32-3CED-4551-B838-F075A1BEA901}" dt="2026-09-29T18:36:13.872" v="895"/>
        <pc:sldMkLst>
          <pc:docMk/>
          <pc:sldMk cId="4051702420" sldId="269"/>
        </pc:sldMkLst>
        <pc:spChg chg="add mod">
          <ac:chgData name="Renan Xavier Cortes" userId="d6af805853004405" providerId="LiveId" clId="{47132E32-3CED-4551-B838-F075A1BEA901}" dt="2026-09-29T18:35:34.950" v="881" actId="1076"/>
          <ac:spMkLst>
            <pc:docMk/>
            <pc:sldMk cId="4051702420" sldId="269"/>
            <ac:spMk id="9" creationId="{4ADC85D4-4D6F-B41F-8D19-0C37EEA6532F}"/>
          </ac:spMkLst>
        </pc:spChg>
        <pc:spChg chg="del">
          <ac:chgData name="Renan Xavier Cortes" userId="d6af805853004405" providerId="LiveId" clId="{47132E32-3CED-4551-B838-F075A1BEA901}" dt="2026-09-29T18:34:41.245" v="852" actId="478"/>
          <ac:spMkLst>
            <pc:docMk/>
            <pc:sldMk cId="4051702420" sldId="269"/>
            <ac:spMk id="10" creationId="{1EC13558-8FF6-63D5-3E6E-6D463775B43A}"/>
          </ac:spMkLst>
        </pc:spChg>
        <pc:spChg chg="add mod">
          <ac:chgData name="Renan Xavier Cortes" userId="d6af805853004405" providerId="LiveId" clId="{47132E32-3CED-4551-B838-F075A1BEA901}" dt="2026-09-29T18:35:33.083" v="880" actId="1076"/>
          <ac:spMkLst>
            <pc:docMk/>
            <pc:sldMk cId="4051702420" sldId="269"/>
            <ac:spMk id="11" creationId="{2618659E-1058-1132-89D4-6B86F32FC853}"/>
          </ac:spMkLst>
        </pc:spChg>
        <pc:spChg chg="add mod">
          <ac:chgData name="Renan Xavier Cortes" userId="d6af805853004405" providerId="LiveId" clId="{47132E32-3CED-4551-B838-F075A1BEA901}" dt="2026-09-29T18:35:41.999" v="883" actId="1076"/>
          <ac:spMkLst>
            <pc:docMk/>
            <pc:sldMk cId="4051702420" sldId="269"/>
            <ac:spMk id="12" creationId="{0A11E838-7A28-D1BE-5FDC-461C62B8169E}"/>
          </ac:spMkLst>
        </pc:spChg>
        <pc:spChg chg="add mod">
          <ac:chgData name="Renan Xavier Cortes" userId="d6af805853004405" providerId="LiveId" clId="{47132E32-3CED-4551-B838-F075A1BEA901}" dt="2026-09-29T18:35:54.860" v="894" actId="20577"/>
          <ac:spMkLst>
            <pc:docMk/>
            <pc:sldMk cId="4051702420" sldId="269"/>
            <ac:spMk id="13" creationId="{D1F1D044-C509-E859-2F17-4F37728104EB}"/>
          </ac:spMkLst>
        </pc:spChg>
        <pc:picChg chg="add mod">
          <ac:chgData name="Renan Xavier Cortes" userId="d6af805853004405" providerId="LiveId" clId="{47132E32-3CED-4551-B838-F075A1BEA901}" dt="2026-09-29T18:34:47.963" v="856" actId="1076"/>
          <ac:picMkLst>
            <pc:docMk/>
            <pc:sldMk cId="4051702420" sldId="269"/>
            <ac:picMk id="5" creationId="{4318DFD3-3634-EC8F-4CA2-B0EB8093C36F}"/>
          </ac:picMkLst>
        </pc:picChg>
        <pc:picChg chg="del">
          <ac:chgData name="Renan Xavier Cortes" userId="d6af805853004405" providerId="LiveId" clId="{47132E32-3CED-4551-B838-F075A1BEA901}" dt="2026-09-29T18:34:39.442" v="851" actId="478"/>
          <ac:picMkLst>
            <pc:docMk/>
            <pc:sldMk cId="4051702420" sldId="269"/>
            <ac:picMk id="6" creationId="{30A25A74-C6A2-F503-B7BB-2453B7259618}"/>
          </ac:picMkLst>
        </pc:picChg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218368481" sldId="270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4045846075" sldId="271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090754589" sldId="274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791482239" sldId="275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732088967" sldId="280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675466683" sldId="281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94495569" sldId="282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551874195" sldId="283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855288861" sldId="284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773026186" sldId="286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623748094" sldId="287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515360493" sldId="288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574790688" sldId="289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410958212" sldId="290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909320916" sldId="291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671435520" sldId="292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390593341" sldId="293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081690068" sldId="294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384777534" sldId="295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093077948" sldId="296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030436792" sldId="297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3736920788" sldId="298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892879354" sldId="299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335700298" sldId="300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865553131" sldId="301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2623009487" sldId="302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711838188" sldId="303"/>
        </pc:sldMkLst>
      </pc:sldChg>
      <pc:sldChg chg="del">
        <pc:chgData name="Renan Xavier Cortes" userId="d6af805853004405" providerId="LiveId" clId="{47132E32-3CED-4551-B838-F075A1BEA901}" dt="2026-09-29T14:58:05.331" v="211" actId="47"/>
        <pc:sldMkLst>
          <pc:docMk/>
          <pc:sldMk cId="1407976470" sldId="304"/>
        </pc:sldMkLst>
      </pc:sldChg>
    </pc:docChg>
  </pc:docChgLst>
  <pc:docChgLst>
    <pc:chgData name="Renan Xavier Cortes" userId="d6af805853004405" providerId="LiveId" clId="{6CBA8CAD-390F-4A11-B907-BBB4B6E0B449}"/>
    <pc:docChg chg="undo custSel addSld delSld modSld">
      <pc:chgData name="Renan Xavier Cortes" userId="d6af805853004405" providerId="LiveId" clId="{6CBA8CAD-390F-4A11-B907-BBB4B6E0B449}" dt="2026-01-21T21:00:53.358" v="2269"/>
      <pc:docMkLst>
        <pc:docMk/>
      </pc:docMkLst>
      <pc:sldChg chg="modSp mod modAnim">
        <pc:chgData name="Renan Xavier Cortes" userId="d6af805853004405" providerId="LiveId" clId="{6CBA8CAD-390F-4A11-B907-BBB4B6E0B449}" dt="2026-01-21T20:32:15.264" v="2075" actId="20577"/>
        <pc:sldMkLst>
          <pc:docMk/>
          <pc:sldMk cId="1859719164" sldId="259"/>
        </pc:sldMkLst>
        <pc:spChg chg="mod">
          <ac:chgData name="Renan Xavier Cortes" userId="d6af805853004405" providerId="LiveId" clId="{6CBA8CAD-390F-4A11-B907-BBB4B6E0B449}" dt="2026-01-21T18:21:08.433" v="1046" actId="1076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20:32:15.264" v="2075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add mod setBg modAnim">
        <pc:chgData name="Renan Xavier Cortes" userId="d6af805853004405" providerId="LiveId" clId="{6CBA8CAD-390F-4A11-B907-BBB4B6E0B449}" dt="2026-01-21T18:27:43.477" v="1241"/>
        <pc:sldMkLst>
          <pc:docMk/>
          <pc:sldMk cId="2921823341" sldId="260"/>
        </pc:sldMkLst>
        <pc:spChg chg="mod">
          <ac:chgData name="Renan Xavier Cortes" userId="d6af805853004405" providerId="LiveId" clId="{6CBA8CAD-390F-4A11-B907-BBB4B6E0B449}" dt="2026-01-21T18:21:08.116" v="1045" actId="1076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23.079" v="123" actId="1076"/>
          <ac:spMkLst>
            <pc:docMk/>
            <pc:sldMk cId="2921823341" sldId="260"/>
            <ac:spMk id="14" creationId="{427DBFEB-81BF-4CC3-A411-FBF43D295C56}"/>
          </ac:spMkLst>
        </pc:spChg>
      </pc:sldChg>
      <pc:sldChg chg="modSp add mod modAnim">
        <pc:chgData name="Renan Xavier Cortes" userId="d6af805853004405" providerId="LiveId" clId="{6CBA8CAD-390F-4A11-B907-BBB4B6E0B449}" dt="2026-01-21T18:27:45.974" v="1242"/>
        <pc:sldMkLst>
          <pc:docMk/>
          <pc:sldMk cId="2121898900" sldId="261"/>
        </pc:sldMkLst>
        <pc:spChg chg="mod">
          <ac:chgData name="Renan Xavier Cortes" userId="d6af805853004405" providerId="LiveId" clId="{6CBA8CAD-390F-4A11-B907-BBB4B6E0B449}" dt="2026-01-21T18:21:07.798" v="1044" actId="1076"/>
          <ac:spMkLst>
            <pc:docMk/>
            <pc:sldMk cId="2121898900" sldId="261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30.629" v="124" actId="1076"/>
          <ac:spMkLst>
            <pc:docMk/>
            <pc:sldMk cId="2121898900" sldId="261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8:27:49.174" v="1243"/>
        <pc:sldMkLst>
          <pc:docMk/>
          <pc:sldMk cId="2689213611" sldId="262"/>
        </pc:sldMkLst>
        <pc:spChg chg="mod">
          <ac:chgData name="Renan Xavier Cortes" userId="d6af805853004405" providerId="LiveId" clId="{6CBA8CAD-390F-4A11-B907-BBB4B6E0B449}" dt="2026-01-21T18:21:07.566" v="1043" actId="1076"/>
          <ac:spMkLst>
            <pc:docMk/>
            <pc:sldMk cId="2689213611" sldId="262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6:51.360" v="239" actId="1076"/>
          <ac:spMkLst>
            <pc:docMk/>
            <pc:sldMk cId="268921361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12:19.893" v="470" actId="1076"/>
          <ac:picMkLst>
            <pc:docMk/>
            <pc:sldMk cId="2689213611" sldId="262"/>
            <ac:picMk id="5" creationId="{B75BA797-89E6-A590-E6E0-1930AE23BE87}"/>
          </ac:picMkLst>
        </pc:picChg>
        <pc:picChg chg="add mod">
          <ac:chgData name="Renan Xavier Cortes" userId="d6af805853004405" providerId="LiveId" clId="{6CBA8CAD-390F-4A11-B907-BBB4B6E0B449}" dt="2026-01-21T12:52:15.476" v="224" actId="1076"/>
          <ac:picMkLst>
            <pc:docMk/>
            <pc:sldMk cId="2689213611" sldId="262"/>
            <ac:picMk id="1026" creationId="{3AF06A5C-D23B-2668-9192-9EBD3941659A}"/>
          </ac:picMkLst>
        </pc:picChg>
        <pc:picChg chg="add del mod">
          <ac:chgData name="Renan Xavier Cortes" userId="d6af805853004405" providerId="LiveId" clId="{6CBA8CAD-390F-4A11-B907-BBB4B6E0B449}" dt="2026-01-21T13:11:02.235" v="456" actId="478"/>
          <ac:picMkLst>
            <pc:docMk/>
            <pc:sldMk cId="2689213611" sldId="262"/>
            <ac:picMk id="1028" creationId="{DA3B7BDF-718D-955C-F889-8AC8A1DCBC20}"/>
          </ac:picMkLst>
        </pc:picChg>
        <pc:picChg chg="add del mod">
          <ac:chgData name="Renan Xavier Cortes" userId="d6af805853004405" providerId="LiveId" clId="{6CBA8CAD-390F-4A11-B907-BBB4B6E0B449}" dt="2026-01-21T13:11:38.475" v="462" actId="478"/>
          <ac:picMkLst>
            <pc:docMk/>
            <pc:sldMk cId="2689213611" sldId="262"/>
            <ac:picMk id="1030" creationId="{B3AD39F1-033B-7A4E-B6EE-FD3713D8D962}"/>
          </ac:picMkLst>
        </pc:picChg>
        <pc:picChg chg="add del mod">
          <ac:chgData name="Renan Xavier Cortes" userId="d6af805853004405" providerId="LiveId" clId="{6CBA8CAD-390F-4A11-B907-BBB4B6E0B449}" dt="2026-01-21T13:12:11.437" v="465" actId="478"/>
          <ac:picMkLst>
            <pc:docMk/>
            <pc:sldMk cId="2689213611" sldId="262"/>
            <ac:picMk id="1032" creationId="{FF87EAF8-5213-0FCC-8C98-B9AD5FF62219}"/>
          </ac:picMkLst>
        </pc:picChg>
      </pc:sldChg>
      <pc:sldChg chg="addSp delSp modSp add mod addAnim delAnim">
        <pc:chgData name="Renan Xavier Cortes" userId="d6af805853004405" providerId="LiveId" clId="{6CBA8CAD-390F-4A11-B907-BBB4B6E0B449}" dt="2026-01-21T18:21:07.371" v="1042" actId="1076"/>
        <pc:sldMkLst>
          <pc:docMk/>
          <pc:sldMk cId="1495373715" sldId="263"/>
        </pc:sldMkLst>
        <pc:spChg chg="add mod">
          <ac:chgData name="Renan Xavier Cortes" userId="d6af805853004405" providerId="LiveId" clId="{6CBA8CAD-390F-4A11-B907-BBB4B6E0B449}" dt="2026-01-21T13:01:54.451" v="356" actId="1076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6CBA8CAD-390F-4A11-B907-BBB4B6E0B449}" dt="2026-01-21T18:21:07.371" v="1042" actId="1076"/>
          <ac:spMkLst>
            <pc:docMk/>
            <pc:sldMk cId="1495373715" sldId="263"/>
            <ac:spMk id="8" creationId="{39AE06C5-34BE-4D68-97C3-4C07702C2DF6}"/>
          </ac:spMkLst>
        </pc:spChg>
        <pc:spChg chg="add del mod">
          <ac:chgData name="Renan Xavier Cortes" userId="d6af805853004405" providerId="LiveId" clId="{6CBA8CAD-390F-4A11-B907-BBB4B6E0B449}" dt="2026-01-21T13:00:39.412" v="323" actId="478"/>
          <ac:spMkLst>
            <pc:docMk/>
            <pc:sldMk cId="1495373715" sldId="263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01:23.017" v="328" actId="1076"/>
          <ac:picMkLst>
            <pc:docMk/>
            <pc:sldMk cId="1495373715" sldId="263"/>
            <ac:picMk id="5" creationId="{99503125-E213-E8F6-DAF3-BEC6F775BCC7}"/>
          </ac:picMkLst>
        </pc:picChg>
        <pc:picChg chg="del">
          <ac:chgData name="Renan Xavier Cortes" userId="d6af805853004405" providerId="LiveId" clId="{6CBA8CAD-390F-4A11-B907-BBB4B6E0B449}" dt="2026-01-21T12:57:41.054" v="267" actId="478"/>
          <ac:picMkLst>
            <pc:docMk/>
            <pc:sldMk cId="1495373715" sldId="263"/>
            <ac:picMk id="1026" creationId="{3AF06A5C-D23B-2668-9192-9EBD3941659A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7:56.296" v="1244"/>
        <pc:sldMkLst>
          <pc:docMk/>
          <pc:sldMk cId="612877480" sldId="264"/>
        </pc:sldMkLst>
        <pc:spChg chg="add mod">
          <ac:chgData name="Renan Xavier Cortes" userId="d6af805853004405" providerId="LiveId" clId="{6CBA8CAD-390F-4A11-B907-BBB4B6E0B449}" dt="2026-01-21T13:36:06.850" v="841" actId="1076"/>
          <ac:spMkLst>
            <pc:docMk/>
            <pc:sldMk cId="612877480" sldId="264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7.154" v="1041" actId="1076"/>
          <ac:spMkLst>
            <pc:docMk/>
            <pc:sldMk cId="612877480" sldId="264"/>
            <ac:spMk id="8" creationId="{39AE06C5-34BE-4D68-97C3-4C07702C2DF6}"/>
          </ac:spMkLst>
        </pc:spChg>
        <pc:spChg chg="del mod">
          <ac:chgData name="Renan Xavier Cortes" userId="d6af805853004405" providerId="LiveId" clId="{6CBA8CAD-390F-4A11-B907-BBB4B6E0B449}" dt="2026-01-21T13:14:12.001" v="508" actId="478"/>
          <ac:spMkLst>
            <pc:docMk/>
            <pc:sldMk cId="612877480" sldId="264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00:47.167" v="326" actId="478"/>
          <ac:picMkLst>
            <pc:docMk/>
            <pc:sldMk cId="612877480" sldId="264"/>
            <ac:picMk id="5" creationId="{99503125-E213-E8F6-DAF3-BEC6F775BCC7}"/>
          </ac:picMkLst>
        </pc:picChg>
        <pc:picChg chg="add del mod">
          <ac:chgData name="Renan Xavier Cortes" userId="d6af805853004405" providerId="LiveId" clId="{6CBA8CAD-390F-4A11-B907-BBB4B6E0B449}" dt="2026-01-21T13:09:02.318" v="445" actId="478"/>
          <ac:picMkLst>
            <pc:docMk/>
            <pc:sldMk cId="612877480" sldId="264"/>
            <ac:picMk id="2050" creationId="{4E6A8334-909C-5345-FD38-6DE6C71617FE}"/>
          </ac:picMkLst>
        </pc:picChg>
        <pc:picChg chg="add del mod">
          <ac:chgData name="Renan Xavier Cortes" userId="d6af805853004405" providerId="LiveId" clId="{6CBA8CAD-390F-4A11-B907-BBB4B6E0B449}" dt="2026-01-21T13:09:02.823" v="446" actId="478"/>
          <ac:picMkLst>
            <pc:docMk/>
            <pc:sldMk cId="612877480" sldId="264"/>
            <ac:picMk id="2052" creationId="{A4619851-0E89-7971-65B8-8C06288BD402}"/>
          </ac:picMkLst>
        </pc:picChg>
        <pc:picChg chg="add mod">
          <ac:chgData name="Renan Xavier Cortes" userId="d6af805853004405" providerId="LiveId" clId="{6CBA8CAD-390F-4A11-B907-BBB4B6E0B449}" dt="2026-01-21T13:18:06.064" v="616" actId="1076"/>
          <ac:picMkLst>
            <pc:docMk/>
            <pc:sldMk cId="612877480" sldId="264"/>
            <ac:picMk id="2054" creationId="{9BBBB796-11B1-9E9B-9024-C023ED27709B}"/>
          </ac:picMkLst>
        </pc:picChg>
        <pc:picChg chg="add mod">
          <ac:chgData name="Renan Xavier Cortes" userId="d6af805853004405" providerId="LiveId" clId="{6CBA8CAD-390F-4A11-B907-BBB4B6E0B449}" dt="2026-01-21T13:35:54.165" v="840" actId="1076"/>
          <ac:picMkLst>
            <pc:docMk/>
            <pc:sldMk cId="612877480" sldId="264"/>
            <ac:picMk id="2056" creationId="{750C220B-DEEE-CE57-43CB-5AB737C5E7AC}"/>
          </ac:picMkLst>
        </pc:picChg>
        <pc:picChg chg="add del mod">
          <ac:chgData name="Renan Xavier Cortes" userId="d6af805853004405" providerId="LiveId" clId="{6CBA8CAD-390F-4A11-B907-BBB4B6E0B449}" dt="2026-01-21T13:34:49.369" v="767" actId="478"/>
          <ac:picMkLst>
            <pc:docMk/>
            <pc:sldMk cId="612877480" sldId="264"/>
            <ac:picMk id="2058" creationId="{04060264-FEF9-2D28-9DF9-52482BDA4C9B}"/>
          </ac:picMkLst>
        </pc:picChg>
      </pc:sldChg>
      <pc:sldChg chg="modSp add modAnim">
        <pc:chgData name="Renan Xavier Cortes" userId="d6af805853004405" providerId="LiveId" clId="{6CBA8CAD-390F-4A11-B907-BBB4B6E0B449}" dt="2026-01-21T18:28:01.649" v="1246"/>
        <pc:sldMkLst>
          <pc:docMk/>
          <pc:sldMk cId="607923279" sldId="265"/>
        </pc:sldMkLst>
        <pc:spChg chg="mod">
          <ac:chgData name="Renan Xavier Cortes" userId="d6af805853004405" providerId="LiveId" clId="{6CBA8CAD-390F-4A11-B907-BBB4B6E0B449}" dt="2026-01-21T13:20:28.364" v="734" actId="5793"/>
          <ac:spMkLst>
            <pc:docMk/>
            <pc:sldMk cId="607923279" sldId="265"/>
            <ac:spMk id="14" creationId="{427DBFEB-81BF-4CC3-A411-FBF43D295C56}"/>
          </ac:spMkLst>
        </pc:spChg>
        <pc:picChg chg="mod">
          <ac:chgData name="Renan Xavier Cortes" userId="d6af805853004405" providerId="LiveId" clId="{6CBA8CAD-390F-4A11-B907-BBB4B6E0B449}" dt="2026-01-21T13:20:33.305" v="736" actId="1076"/>
          <ac:picMkLst>
            <pc:docMk/>
            <pc:sldMk cId="607923279" sldId="265"/>
            <ac:picMk id="2050" creationId="{4E6A8334-909C-5345-FD38-6DE6C71617FE}"/>
          </ac:picMkLst>
        </pc:picChg>
        <pc:picChg chg="mod">
          <ac:chgData name="Renan Xavier Cortes" userId="d6af805853004405" providerId="LiveId" clId="{6CBA8CAD-390F-4A11-B907-BBB4B6E0B449}" dt="2026-01-21T13:20:35.259" v="737" actId="14100"/>
          <ac:picMkLst>
            <pc:docMk/>
            <pc:sldMk cId="607923279" sldId="265"/>
            <ac:picMk id="2052" creationId="{A4619851-0E89-7971-65B8-8C06288BD402}"/>
          </ac:picMkLst>
        </pc:picChg>
      </pc:sldChg>
      <pc:sldChg chg="delSp add del">
        <pc:chgData name="Renan Xavier Cortes" userId="d6af805853004405" providerId="LiveId" clId="{6CBA8CAD-390F-4A11-B907-BBB4B6E0B449}" dt="2026-01-21T13:31:31.518" v="744" actId="47"/>
        <pc:sldMkLst>
          <pc:docMk/>
          <pc:sldMk cId="2167676923" sldId="266"/>
        </pc:sldMkLst>
        <pc:picChg chg="del">
          <ac:chgData name="Renan Xavier Cortes" userId="d6af805853004405" providerId="LiveId" clId="{6CBA8CAD-390F-4A11-B907-BBB4B6E0B449}" dt="2026-01-21T13:30:49.800" v="741" actId="478"/>
          <ac:picMkLst>
            <pc:docMk/>
            <pc:sldMk cId="2167676923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0:50.789" v="743" actId="478"/>
          <ac:picMkLst>
            <pc:docMk/>
            <pc:sldMk cId="2167676923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0:50.246" v="742" actId="478"/>
          <ac:picMkLst>
            <pc:docMk/>
            <pc:sldMk cId="2167676923" sldId="266"/>
            <ac:picMk id="2058" creationId="{04060264-FEF9-2D28-9DF9-52482BDA4C9B}"/>
          </ac:picMkLst>
        </pc:picChg>
      </pc:sldChg>
      <pc:sldChg chg="delSp modSp add mod modAnim">
        <pc:chgData name="Renan Xavier Cortes" userId="d6af805853004405" providerId="LiveId" clId="{6CBA8CAD-390F-4A11-B907-BBB4B6E0B449}" dt="2026-01-21T18:27:58.688" v="1245"/>
        <pc:sldMkLst>
          <pc:docMk/>
          <pc:sldMk cId="3391640227" sldId="266"/>
        </pc:sldMkLst>
        <pc:spChg chg="mod">
          <ac:chgData name="Renan Xavier Cortes" userId="d6af805853004405" providerId="LiveId" clId="{6CBA8CAD-390F-4A11-B907-BBB4B6E0B449}" dt="2026-01-21T13:42:03.435" v="944" actId="20577"/>
          <ac:spMkLst>
            <pc:docMk/>
            <pc:sldMk cId="3391640227" sldId="266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6.912" v="1040" actId="1076"/>
          <ac:spMkLst>
            <pc:docMk/>
            <pc:sldMk cId="3391640227" sldId="266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3:32:08.926" v="746" actId="478"/>
          <ac:picMkLst>
            <pc:docMk/>
            <pc:sldMk cId="3391640227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2:10.004" v="748" actId="478"/>
          <ac:picMkLst>
            <pc:docMk/>
            <pc:sldMk cId="3391640227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2:09.372" v="747" actId="478"/>
          <ac:picMkLst>
            <pc:docMk/>
            <pc:sldMk cId="3391640227" sldId="266"/>
            <ac:picMk id="2058" creationId="{04060264-FEF9-2D28-9DF9-52482BDA4C9B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8:05.192" v="1247"/>
        <pc:sldMkLst>
          <pc:docMk/>
          <pc:sldMk cId="1343228278" sldId="267"/>
        </pc:sldMkLst>
        <pc:spChg chg="add mod">
          <ac:chgData name="Renan Xavier Cortes" userId="d6af805853004405" providerId="LiveId" clId="{6CBA8CAD-390F-4A11-B907-BBB4B6E0B449}" dt="2026-01-21T13:42:09.587" v="946" actId="20577"/>
          <ac:spMkLst>
            <pc:docMk/>
            <pc:sldMk cId="1343228278" sldId="26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3:40:12.521" v="911"/>
          <ac:spMkLst>
            <pc:docMk/>
            <pc:sldMk cId="1343228278" sldId="267"/>
            <ac:spMk id="5" creationId="{761FBCEB-4A99-0E96-EB2F-126B5E2ADEDE}"/>
          </ac:spMkLst>
        </pc:spChg>
        <pc:spChg chg="add">
          <ac:chgData name="Renan Xavier Cortes" userId="d6af805853004405" providerId="LiveId" clId="{6CBA8CAD-390F-4A11-B907-BBB4B6E0B449}" dt="2026-01-21T13:40:28.193" v="916"/>
          <ac:spMkLst>
            <pc:docMk/>
            <pc:sldMk cId="1343228278" sldId="267"/>
            <ac:spMk id="6" creationId="{23BAF368-5B04-A6D4-F4BA-78FE4BDB80E1}"/>
          </ac:spMkLst>
        </pc:spChg>
        <pc:spChg chg="del mod">
          <ac:chgData name="Renan Xavier Cortes" userId="d6af805853004405" providerId="LiveId" clId="{6CBA8CAD-390F-4A11-B907-BBB4B6E0B449}" dt="2026-01-21T13:38:48.266" v="879" actId="478"/>
          <ac:spMkLst>
            <pc:docMk/>
            <pc:sldMk cId="1343228278" sldId="267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37:26.842" v="850" actId="478"/>
          <ac:picMkLst>
            <pc:docMk/>
            <pc:sldMk cId="1343228278" sldId="267"/>
            <ac:picMk id="2050" creationId="{4E6A8334-909C-5345-FD38-6DE6C71617FE}"/>
          </ac:picMkLst>
        </pc:picChg>
        <pc:picChg chg="del">
          <ac:chgData name="Renan Xavier Cortes" userId="d6af805853004405" providerId="LiveId" clId="{6CBA8CAD-390F-4A11-B907-BBB4B6E0B449}" dt="2026-01-21T13:37:27.155" v="851" actId="478"/>
          <ac:picMkLst>
            <pc:docMk/>
            <pc:sldMk cId="1343228278" sldId="267"/>
            <ac:picMk id="2052" creationId="{A4619851-0E89-7971-65B8-8C06288BD40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2" creationId="{0EFA11CA-E7DF-AF44-7C52-1A7BCD0EF98A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3" creationId="{17A06DBE-F56F-D7CF-5D37-101F12487686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4" creationId="{D0F78DC5-EBA6-F8C1-B608-9845395822CB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5" creationId="{54E39B7E-F8EF-4086-9DF4-84532F95025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6" creationId="{5ADF0543-3E47-7B59-14CE-9E32F05955F4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7" creationId="{67FDB388-93D8-C347-BB8B-043340CBCCFC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29" creationId="{284947AA-7AA3-F62A-866F-6A1A3BEEABEF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0" creationId="{C98BC9A4-C207-F1E1-7341-3A1B70215058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1" creationId="{375CC78C-4981-2DA9-88E6-EFB2FD84677E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2" creationId="{5F0B81A0-9240-D916-E71A-E6D3F50B265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3" creationId="{21770704-1681-BDE9-B7A7-EE6D8264F71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4" creationId="{DD427550-CCC4-E20C-CF8C-A439F0C0E9D2}"/>
          </ac:picMkLst>
        </pc:picChg>
      </pc:sldChg>
      <pc:sldChg chg="addSp delSp modSp add mod addAnim delAnim modAnim">
        <pc:chgData name="Renan Xavier Cortes" userId="d6af805853004405" providerId="LiveId" clId="{6CBA8CAD-390F-4A11-B907-BBB4B6E0B449}" dt="2026-01-21T20:59:32.449" v="2258" actId="1076"/>
        <pc:sldMkLst>
          <pc:docMk/>
          <pc:sldMk cId="4060517312" sldId="268"/>
        </pc:sldMkLst>
        <pc:spChg chg="add del mod">
          <ac:chgData name="Renan Xavier Cortes" userId="d6af805853004405" providerId="LiveId" clId="{6CBA8CAD-390F-4A11-B907-BBB4B6E0B449}" dt="2026-01-21T20:59:28.978" v="2257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32.449" v="2258" actId="1076"/>
          <ac:spMkLst>
            <pc:docMk/>
            <pc:sldMk cId="4060517312" sldId="268"/>
            <ac:spMk id="8" creationId="{39AE06C5-34BE-4D68-97C3-4C07702C2DF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9:57:31.132" v="2031" actId="1076"/>
        <pc:sldMkLst>
          <pc:docMk/>
          <pc:sldMk cId="2280539132" sldId="269"/>
        </pc:sldMkLst>
        <pc:spChg chg="mod">
          <ac:chgData name="Renan Xavier Cortes" userId="d6af805853004405" providerId="LiveId" clId="{6CBA8CAD-390F-4A11-B907-BBB4B6E0B449}" dt="2026-01-21T19:29:34.350" v="1988" actId="20577"/>
          <ac:spMkLst>
            <pc:docMk/>
            <pc:sldMk cId="2280539132" sldId="269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19:28:38.900" v="1982" actId="20577"/>
          <ac:spMkLst>
            <pc:docMk/>
            <pc:sldMk cId="2280539132" sldId="269"/>
            <ac:spMk id="8" creationId="{39AE06C5-34BE-4D68-97C3-4C07702C2DF6}"/>
          </ac:spMkLst>
        </pc:spChg>
        <pc:picChg chg="add del mod">
          <ac:chgData name="Renan Xavier Cortes" userId="d6af805853004405" providerId="LiveId" clId="{6CBA8CAD-390F-4A11-B907-BBB4B6E0B449}" dt="2026-01-21T19:36:40.507" v="1993" actId="478"/>
          <ac:picMkLst>
            <pc:docMk/>
            <pc:sldMk cId="2280539132" sldId="269"/>
            <ac:picMk id="6" creationId="{1FF55C8A-24A1-2834-88D3-7F49B46E12DA}"/>
          </ac:picMkLst>
        </pc:picChg>
        <pc:picChg chg="add del mod">
          <ac:chgData name="Renan Xavier Cortes" userId="d6af805853004405" providerId="LiveId" clId="{6CBA8CAD-390F-4A11-B907-BBB4B6E0B449}" dt="2026-01-21T19:57:20.787" v="2028" actId="478"/>
          <ac:picMkLst>
            <pc:docMk/>
            <pc:sldMk cId="2280539132" sldId="269"/>
            <ac:picMk id="10" creationId="{DB7C7009-8D56-695C-4B6E-E9C1203D95EF}"/>
          </ac:picMkLst>
        </pc:picChg>
        <pc:picChg chg="add mod">
          <ac:chgData name="Renan Xavier Cortes" userId="d6af805853004405" providerId="LiveId" clId="{6CBA8CAD-390F-4A11-B907-BBB4B6E0B449}" dt="2026-01-21T19:57:31.132" v="2031" actId="1076"/>
          <ac:picMkLst>
            <pc:docMk/>
            <pc:sldMk cId="2280539132" sldId="269"/>
            <ac:picMk id="12" creationId="{387B2521-0873-2B44-23CB-06F158F17A95}"/>
          </ac:picMkLst>
        </pc:picChg>
        <pc:picChg chg="add del">
          <ac:chgData name="Renan Xavier Cortes" userId="d6af805853004405" providerId="LiveId" clId="{6CBA8CAD-390F-4A11-B907-BBB4B6E0B449}" dt="2026-01-21T19:34:39.537" v="1990" actId="478"/>
          <ac:picMkLst>
            <pc:docMk/>
            <pc:sldMk cId="2280539132" sldId="269"/>
            <ac:picMk id="14338" creationId="{6E12BE7A-2157-D78B-66BE-B4AFC6F10B8A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27.912" v="2261"/>
        <pc:sldMkLst>
          <pc:docMk/>
          <pc:sldMk cId="1218368481" sldId="270"/>
        </pc:sldMkLst>
        <pc:spChg chg="mod">
          <ac:chgData name="Renan Xavier Cortes" userId="d6af805853004405" providerId="LiveId" clId="{6CBA8CAD-390F-4A11-B907-BBB4B6E0B449}" dt="2026-01-21T19:44:08.525" v="2021" actId="20577"/>
          <ac:spMkLst>
            <pc:docMk/>
            <pc:sldMk cId="1218368481" sldId="270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9:44:20.030" v="2023"/>
          <ac:spMkLst>
            <pc:docMk/>
            <pc:sldMk cId="1218368481" sldId="270"/>
            <ac:spMk id="5" creationId="{F2A97601-E2DD-3BBC-74F4-2EA087A13F98}"/>
          </ac:spMkLst>
        </pc:spChg>
        <pc:spChg chg="add del">
          <ac:chgData name="Renan Xavier Cortes" userId="d6af805853004405" providerId="LiveId" clId="{6CBA8CAD-390F-4A11-B907-BBB4B6E0B449}" dt="2026-01-21T19:44:44.857" v="2025" actId="478"/>
          <ac:spMkLst>
            <pc:docMk/>
            <pc:sldMk cId="1218368481" sldId="270"/>
            <ac:spMk id="6" creationId="{5DA31ED7-3101-E188-86DD-5907439477B8}"/>
          </ac:spMkLst>
        </pc:spChg>
        <pc:spChg chg="del">
          <ac:chgData name="Renan Xavier Cortes" userId="d6af805853004405" providerId="LiveId" clId="{6CBA8CAD-390F-4A11-B907-BBB4B6E0B449}" dt="2026-01-21T19:44:19.710" v="2022" actId="478"/>
          <ac:spMkLst>
            <pc:docMk/>
            <pc:sldMk cId="1218368481" sldId="270"/>
            <ac:spMk id="8" creationId="{39AE06C5-34BE-4D68-97C3-4C07702C2DF6}"/>
          </ac:spMkLst>
        </pc:spChg>
        <pc:spChg chg="add mod">
          <ac:chgData name="Renan Xavier Cortes" userId="d6af805853004405" providerId="LiveId" clId="{6CBA8CAD-390F-4A11-B907-BBB4B6E0B449}" dt="2026-01-21T19:44:51.612" v="2027" actId="14100"/>
          <ac:spMkLst>
            <pc:docMk/>
            <pc:sldMk cId="1218368481" sldId="270"/>
            <ac:spMk id="9" creationId="{8D99C18C-4384-15B5-AE25-CA173BF5FF2A}"/>
          </ac:spMkLst>
        </pc:spChg>
        <pc:picChg chg="add mod">
          <ac:chgData name="Renan Xavier Cortes" userId="d6af805853004405" providerId="LiveId" clId="{6CBA8CAD-390F-4A11-B907-BBB4B6E0B449}" dt="2026-01-21T20:09:57.973" v="2038" actId="1076"/>
          <ac:picMkLst>
            <pc:docMk/>
            <pc:sldMk cId="1218368481" sldId="270"/>
            <ac:picMk id="11" creationId="{61149965-3367-6BC9-6804-26C7F2A938B0}"/>
          </ac:picMkLst>
        </pc:picChg>
      </pc:sldChg>
      <pc:sldChg chg="addSp modSp add mod modAnim">
        <pc:chgData name="Renan Xavier Cortes" userId="d6af805853004405" providerId="LiveId" clId="{6CBA8CAD-390F-4A11-B907-BBB4B6E0B449}" dt="2026-01-21T21:00:44.298" v="2266"/>
        <pc:sldMkLst>
          <pc:docMk/>
          <pc:sldMk cId="4045846075" sldId="271"/>
        </pc:sldMkLst>
        <pc:spChg chg="mod">
          <ac:chgData name="Renan Xavier Cortes" userId="d6af805853004405" providerId="LiveId" clId="{6CBA8CAD-390F-4A11-B907-BBB4B6E0B449}" dt="2026-01-21T20:37:36.926" v="2124" actId="20577"/>
          <ac:spMkLst>
            <pc:docMk/>
            <pc:sldMk cId="4045846075" sldId="271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48:01.809" v="2132" actId="404"/>
          <ac:spMkLst>
            <pc:docMk/>
            <pc:sldMk cId="4045846075" sldId="271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20:47:25.028" v="2126" actId="1076"/>
          <ac:picMkLst>
            <pc:docMk/>
            <pc:sldMk cId="4045846075" sldId="271"/>
            <ac:picMk id="6" creationId="{CB9F02F1-AFED-6149-90A3-CE7F1933A876}"/>
          </ac:picMkLst>
        </pc:picChg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183140782" sldId="272"/>
        </pc:sldMkLst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4037360461" sldId="273"/>
        </pc:sldMkLst>
      </pc:sldChg>
      <pc:sldChg chg="addSp delSp modSp add mod modAnim">
        <pc:chgData name="Renan Xavier Cortes" userId="d6af805853004405" providerId="LiveId" clId="{6CBA8CAD-390F-4A11-B907-BBB4B6E0B449}" dt="2026-01-21T20:59:49.591" v="2259" actId="1076"/>
        <pc:sldMkLst>
          <pc:docMk/>
          <pc:sldMk cId="2090754589" sldId="274"/>
        </pc:sldMkLst>
        <pc:spChg chg="mod">
          <ac:chgData name="Renan Xavier Cortes" userId="d6af805853004405" providerId="LiveId" clId="{6CBA8CAD-390F-4A11-B907-BBB4B6E0B449}" dt="2026-01-21T18:25:04.051" v="1202" actId="20577"/>
          <ac:spMkLst>
            <pc:docMk/>
            <pc:sldMk cId="2090754589" sldId="27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8:25:36.776" v="1227" actId="1076"/>
          <ac:spMkLst>
            <pc:docMk/>
            <pc:sldMk cId="2090754589" sldId="274"/>
            <ac:spMk id="5" creationId="{958B68E6-C144-5060-CA7D-7C17FE22680B}"/>
          </ac:spMkLst>
        </pc:spChg>
        <pc:spChg chg="mod">
          <ac:chgData name="Renan Xavier Cortes" userId="d6af805853004405" providerId="LiveId" clId="{6CBA8CAD-390F-4A11-B907-BBB4B6E0B449}" dt="2026-01-21T20:59:49.591" v="2259" actId="1076"/>
          <ac:spMkLst>
            <pc:docMk/>
            <pc:sldMk cId="2090754589" sldId="274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18:27:25.221" v="1239" actId="1076"/>
          <ac:picMkLst>
            <pc:docMk/>
            <pc:sldMk cId="2090754589" sldId="274"/>
            <ac:picMk id="9" creationId="{71F18501-07D0-A985-61D0-917B8E1DCA38}"/>
          </ac:picMkLst>
        </pc:picChg>
        <pc:picChg chg="add mod">
          <ac:chgData name="Renan Xavier Cortes" userId="d6af805853004405" providerId="LiveId" clId="{6CBA8CAD-390F-4A11-B907-BBB4B6E0B449}" dt="2026-01-21T18:27:18.724" v="1236" actId="1076"/>
          <ac:picMkLst>
            <pc:docMk/>
            <pc:sldMk cId="2090754589" sldId="274"/>
            <ac:picMk id="11" creationId="{2D7DA205-FD4F-B71E-2F8B-352FF373538B}"/>
          </ac:picMkLst>
        </pc:picChg>
        <pc:picChg chg="add del">
          <ac:chgData name="Renan Xavier Cortes" userId="d6af805853004405" providerId="LiveId" clId="{6CBA8CAD-390F-4A11-B907-BBB4B6E0B449}" dt="2026-01-21T18:35:43.594" v="1254" actId="478"/>
          <ac:picMkLst>
            <pc:docMk/>
            <pc:sldMk cId="2090754589" sldId="274"/>
            <ac:picMk id="13" creationId="{3998EFE2-B89E-DC76-D434-88376055E068}"/>
          </ac:picMkLst>
        </pc:picChg>
      </pc:sldChg>
      <pc:sldChg chg="delSp modSp add mod">
        <pc:chgData name="Renan Xavier Cortes" userId="d6af805853004405" providerId="LiveId" clId="{6CBA8CAD-390F-4A11-B907-BBB4B6E0B449}" dt="2026-01-21T20:59:53.464" v="2260" actId="1076"/>
        <pc:sldMkLst>
          <pc:docMk/>
          <pc:sldMk cId="3791482239" sldId="275"/>
        </pc:sldMkLst>
        <pc:spChg chg="mod">
          <ac:chgData name="Renan Xavier Cortes" userId="d6af805853004405" providerId="LiveId" clId="{6CBA8CAD-390F-4A11-B907-BBB4B6E0B449}" dt="2026-01-21T20:59:53.464" v="2260" actId="1076"/>
          <ac:spMkLst>
            <pc:docMk/>
            <pc:sldMk cId="3791482239" sldId="275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8:35:37.826" v="1252" actId="478"/>
          <ac:picMkLst>
            <pc:docMk/>
            <pc:sldMk cId="3791482239" sldId="275"/>
            <ac:picMk id="11" creationId="{2D7DA205-FD4F-B71E-2F8B-352FF373538B}"/>
          </ac:picMkLst>
        </pc:picChg>
        <pc:picChg chg="mod">
          <ac:chgData name="Renan Xavier Cortes" userId="d6af805853004405" providerId="LiveId" clId="{6CBA8CAD-390F-4A11-B907-BBB4B6E0B449}" dt="2026-01-21T18:35:40.892" v="1253" actId="1076"/>
          <ac:picMkLst>
            <pc:docMk/>
            <pc:sldMk cId="3791482239" sldId="275"/>
            <ac:picMk id="13" creationId="{3998EFE2-B89E-DC76-D434-88376055E068}"/>
          </ac:picMkLst>
        </pc:picChg>
      </pc:sldChg>
      <pc:sldChg chg="addSp modSp add mod modAnim">
        <pc:chgData name="Renan Xavier Cortes" userId="d6af805853004405" providerId="LiveId" clId="{6CBA8CAD-390F-4A11-B907-BBB4B6E0B449}" dt="2026-01-21T20:58:56.682" v="2252" actId="1076"/>
        <pc:sldMkLst>
          <pc:docMk/>
          <pc:sldMk cId="3446963972" sldId="276"/>
        </pc:sldMkLst>
        <pc:spChg chg="mod">
          <ac:chgData name="Renan Xavier Cortes" userId="d6af805853004405" providerId="LiveId" clId="{6CBA8CAD-390F-4A11-B907-BBB4B6E0B449}" dt="2026-01-21T20:58:53.820" v="2251" actId="1076"/>
          <ac:spMkLst>
            <pc:docMk/>
            <pc:sldMk cId="3446963972" sldId="276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8:46:47.975" v="1328"/>
          <ac:spMkLst>
            <pc:docMk/>
            <pc:sldMk cId="3446963972" sldId="276"/>
            <ac:spMk id="5" creationId="{7691A13F-E63A-E81C-7615-4E1B9C8F089B}"/>
          </ac:spMkLst>
        </pc:spChg>
        <pc:spChg chg="add">
          <ac:chgData name="Renan Xavier Cortes" userId="d6af805853004405" providerId="LiveId" clId="{6CBA8CAD-390F-4A11-B907-BBB4B6E0B449}" dt="2026-01-21T18:46:56.495" v="1331"/>
          <ac:spMkLst>
            <pc:docMk/>
            <pc:sldMk cId="3446963972" sldId="276"/>
            <ac:spMk id="6" creationId="{B9CD3EB6-CF63-45D7-8877-1B8884B44136}"/>
          </ac:spMkLst>
        </pc:spChg>
        <pc:spChg chg="mod">
          <ac:chgData name="Renan Xavier Cortes" userId="d6af805853004405" providerId="LiveId" clId="{6CBA8CAD-390F-4A11-B907-BBB4B6E0B449}" dt="2026-01-21T20:58:56.682" v="2252" actId="1076"/>
          <ac:spMkLst>
            <pc:docMk/>
            <pc:sldMk cId="3446963972" sldId="276"/>
            <ac:spMk id="8" creationId="{39AE06C5-34BE-4D68-97C3-4C07702C2DF6}"/>
          </ac:spMkLst>
        </pc:spChg>
        <pc:spChg chg="add">
          <ac:chgData name="Renan Xavier Cortes" userId="d6af805853004405" providerId="LiveId" clId="{6CBA8CAD-390F-4A11-B907-BBB4B6E0B449}" dt="2026-01-21T18:48:07.452" v="1348"/>
          <ac:spMkLst>
            <pc:docMk/>
            <pc:sldMk cId="3446963972" sldId="276"/>
            <ac:spMk id="9" creationId="{7BD61162-0455-46D7-6582-B08A63E293A9}"/>
          </ac:spMkLst>
        </pc:spChg>
        <pc:spChg chg="add mod">
          <ac:chgData name="Renan Xavier Cortes" userId="d6af805853004405" providerId="LiveId" clId="{6CBA8CAD-390F-4A11-B907-BBB4B6E0B449}" dt="2026-01-21T19:20:03.944" v="1876" actId="122"/>
          <ac:spMkLst>
            <pc:docMk/>
            <pc:sldMk cId="3446963972" sldId="276"/>
            <ac:spMk id="10" creationId="{5ED500D4-496C-7599-2503-D51C1F16CA97}"/>
          </ac:spMkLst>
        </pc:spChg>
      </pc:sldChg>
      <pc:sldChg chg="addSp delSp modSp add mod delAnim">
        <pc:chgData name="Renan Xavier Cortes" userId="d6af805853004405" providerId="LiveId" clId="{6CBA8CAD-390F-4A11-B907-BBB4B6E0B449}" dt="2026-01-21T20:59:04.449" v="2254" actId="1076"/>
        <pc:sldMkLst>
          <pc:docMk/>
          <pc:sldMk cId="3536810104" sldId="277"/>
        </pc:sldMkLst>
        <pc:spChg chg="mod">
          <ac:chgData name="Renan Xavier Cortes" userId="d6af805853004405" providerId="LiveId" clId="{6CBA8CAD-390F-4A11-B907-BBB4B6E0B449}" dt="2026-01-21T20:59:01.719" v="2253" actId="1076"/>
          <ac:spMkLst>
            <pc:docMk/>
            <pc:sldMk cId="3536810104" sldId="27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9:19:04.508" v="1845"/>
          <ac:spMkLst>
            <pc:docMk/>
            <pc:sldMk cId="3536810104" sldId="277"/>
            <ac:spMk id="5" creationId="{F614520D-A0CA-F6FB-739F-3A18BD793D0D}"/>
          </ac:spMkLst>
        </pc:spChg>
        <pc:spChg chg="mod">
          <ac:chgData name="Renan Xavier Cortes" userId="d6af805853004405" providerId="LiveId" clId="{6CBA8CAD-390F-4A11-B907-BBB4B6E0B449}" dt="2026-01-21T20:59:04.449" v="2254" actId="1076"/>
          <ac:spMkLst>
            <pc:docMk/>
            <pc:sldMk cId="3536810104" sldId="277"/>
            <ac:spMk id="8" creationId="{39AE06C5-34BE-4D68-97C3-4C07702C2DF6}"/>
          </ac:spMkLst>
        </pc:spChg>
        <pc:spChg chg="del">
          <ac:chgData name="Renan Xavier Cortes" userId="d6af805853004405" providerId="LiveId" clId="{6CBA8CAD-390F-4A11-B907-BBB4B6E0B449}" dt="2026-01-21T19:21:22.622" v="1907" actId="478"/>
          <ac:spMkLst>
            <pc:docMk/>
            <pc:sldMk cId="3536810104" sldId="277"/>
            <ac:spMk id="10" creationId="{5ED500D4-496C-7599-2503-D51C1F16CA97}"/>
          </ac:spMkLst>
        </pc:spChg>
      </pc:sldChg>
      <pc:sldChg chg="addSp delSp modSp add mod">
        <pc:chgData name="Renan Xavier Cortes" userId="d6af805853004405" providerId="LiveId" clId="{6CBA8CAD-390F-4A11-B907-BBB4B6E0B449}" dt="2026-01-21T20:59:12.468" v="2255" actId="1076"/>
        <pc:sldMkLst>
          <pc:docMk/>
          <pc:sldMk cId="3805335353" sldId="278"/>
        </pc:sldMkLst>
        <pc:spChg chg="del">
          <ac:chgData name="Renan Xavier Cortes" userId="d6af805853004405" providerId="LiveId" clId="{6CBA8CAD-390F-4A11-B907-BBB4B6E0B449}" dt="2026-01-21T19:23:53.939" v="1927" actId="478"/>
          <ac:spMkLst>
            <pc:docMk/>
            <pc:sldMk cId="3805335353" sldId="27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12.468" v="2255" actId="1076"/>
          <ac:spMkLst>
            <pc:docMk/>
            <pc:sldMk cId="3805335353" sldId="278"/>
            <ac:spMk id="8" creationId="{39AE06C5-34BE-4D68-97C3-4C07702C2DF6}"/>
          </ac:spMkLst>
        </pc:spChg>
        <pc:picChg chg="add del">
          <ac:chgData name="Renan Xavier Cortes" userId="d6af805853004405" providerId="LiveId" clId="{6CBA8CAD-390F-4A11-B907-BBB4B6E0B449}" dt="2026-01-21T19:24:04.582" v="1929" actId="478"/>
          <ac:picMkLst>
            <pc:docMk/>
            <pc:sldMk cId="3805335353" sldId="278"/>
            <ac:picMk id="6" creationId="{921C0E59-AD89-ECC2-F222-142CFE50CC44}"/>
          </ac:picMkLst>
        </pc:picChg>
        <pc:picChg chg="add del mod">
          <ac:chgData name="Renan Xavier Cortes" userId="d6af805853004405" providerId="LiveId" clId="{6CBA8CAD-390F-4A11-B907-BBB4B6E0B449}" dt="2026-01-21T19:24:16.562" v="1932" actId="478"/>
          <ac:picMkLst>
            <pc:docMk/>
            <pc:sldMk cId="3805335353" sldId="278"/>
            <ac:picMk id="10" creationId="{6D158DB3-BBDB-4290-7B5E-041896ED57D7}"/>
          </ac:picMkLst>
        </pc:picChg>
        <pc:picChg chg="add mod">
          <ac:chgData name="Renan Xavier Cortes" userId="d6af805853004405" providerId="LiveId" clId="{6CBA8CAD-390F-4A11-B907-BBB4B6E0B449}" dt="2026-01-21T19:24:25.804" v="1936" actId="1076"/>
          <ac:picMkLst>
            <pc:docMk/>
            <pc:sldMk cId="3805335353" sldId="278"/>
            <ac:picMk id="12" creationId="{D1D61B3D-F04A-A328-6D7E-B6112CFC8500}"/>
          </ac:picMkLst>
        </pc:picChg>
      </pc:sldChg>
      <pc:sldChg chg="add del">
        <pc:chgData name="Renan Xavier Cortes" userId="d6af805853004405" providerId="LiveId" clId="{6CBA8CAD-390F-4A11-B907-BBB4B6E0B449}" dt="2026-01-21T20:14:07.365" v="2065" actId="47"/>
        <pc:sldMkLst>
          <pc:docMk/>
          <pc:sldMk cId="3848419073" sldId="279"/>
        </pc:sldMkLst>
      </pc:sldChg>
      <pc:sldChg chg="addSp delSp modSp add mod modAnim">
        <pc:chgData name="Renan Xavier Cortes" userId="d6af805853004405" providerId="LiveId" clId="{6CBA8CAD-390F-4A11-B907-BBB4B6E0B449}" dt="2026-01-21T21:00:32.127" v="2262"/>
        <pc:sldMkLst>
          <pc:docMk/>
          <pc:sldMk cId="1732088967" sldId="280"/>
        </pc:sldMkLst>
        <pc:picChg chg="add mod">
          <ac:chgData name="Renan Xavier Cortes" userId="d6af805853004405" providerId="LiveId" clId="{6CBA8CAD-390F-4A11-B907-BBB4B6E0B449}" dt="2026-01-21T20:10:30.304" v="2048" actId="1076"/>
          <ac:picMkLst>
            <pc:docMk/>
            <pc:sldMk cId="1732088967" sldId="280"/>
            <ac:picMk id="8" creationId="{AEF69BF5-D37C-4474-57A7-A57534FDD6C4}"/>
          </ac:picMkLst>
        </pc:picChg>
        <pc:picChg chg="del">
          <ac:chgData name="Renan Xavier Cortes" userId="d6af805853004405" providerId="LiveId" clId="{6CBA8CAD-390F-4A11-B907-BBB4B6E0B449}" dt="2026-01-21T20:10:25.088" v="2043" actId="478"/>
          <ac:picMkLst>
            <pc:docMk/>
            <pc:sldMk cId="1732088967" sldId="280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5.081" v="2263"/>
        <pc:sldMkLst>
          <pc:docMk/>
          <pc:sldMk cId="1675466683" sldId="281"/>
        </pc:sldMkLst>
        <pc:picChg chg="add mod">
          <ac:chgData name="Renan Xavier Cortes" userId="d6af805853004405" providerId="LiveId" clId="{6CBA8CAD-390F-4A11-B907-BBB4B6E0B449}" dt="2026-01-21T20:10:41.842" v="2053" actId="1076"/>
          <ac:picMkLst>
            <pc:docMk/>
            <pc:sldMk cId="1675466683" sldId="281"/>
            <ac:picMk id="8" creationId="{0CEA26AE-0683-B67F-BC37-373D3160DC2B}"/>
          </ac:picMkLst>
        </pc:picChg>
        <pc:picChg chg="del">
          <ac:chgData name="Renan Xavier Cortes" userId="d6af805853004405" providerId="LiveId" clId="{6CBA8CAD-390F-4A11-B907-BBB4B6E0B449}" dt="2026-01-21T20:10:39.109" v="2049" actId="478"/>
          <ac:picMkLst>
            <pc:docMk/>
            <pc:sldMk cId="1675466683" sldId="281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9.070" v="2264"/>
        <pc:sldMkLst>
          <pc:docMk/>
          <pc:sldMk cId="394495569" sldId="282"/>
        </pc:sldMkLst>
        <pc:picChg chg="add mod">
          <ac:chgData name="Renan Xavier Cortes" userId="d6af805853004405" providerId="LiveId" clId="{6CBA8CAD-390F-4A11-B907-BBB4B6E0B449}" dt="2026-01-21T20:10:49.139" v="2058" actId="1076"/>
          <ac:picMkLst>
            <pc:docMk/>
            <pc:sldMk cId="394495569" sldId="282"/>
            <ac:picMk id="8" creationId="{B1CCA7E3-218E-F179-62AE-8328EF43C48D}"/>
          </ac:picMkLst>
        </pc:picChg>
        <pc:picChg chg="del">
          <ac:chgData name="Renan Xavier Cortes" userId="d6af805853004405" providerId="LiveId" clId="{6CBA8CAD-390F-4A11-B907-BBB4B6E0B449}" dt="2026-01-21T20:10:46.609" v="2054" actId="478"/>
          <ac:picMkLst>
            <pc:docMk/>
            <pc:sldMk cId="394495569" sldId="282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1.723" v="2265"/>
        <pc:sldMkLst>
          <pc:docMk/>
          <pc:sldMk cId="1551874195" sldId="283"/>
        </pc:sldMkLst>
        <pc:picChg chg="del">
          <ac:chgData name="Renan Xavier Cortes" userId="d6af805853004405" providerId="LiveId" clId="{6CBA8CAD-390F-4A11-B907-BBB4B6E0B449}" dt="2026-01-21T20:11:11.233" v="2060" actId="478"/>
          <ac:picMkLst>
            <pc:docMk/>
            <pc:sldMk cId="1551874195" sldId="283"/>
            <ac:picMk id="8" creationId="{B1CCA7E3-218E-F179-62AE-8328EF43C48D}"/>
          </ac:picMkLst>
        </pc:picChg>
        <pc:picChg chg="add del mod">
          <ac:chgData name="Renan Xavier Cortes" userId="d6af805853004405" providerId="LiveId" clId="{6CBA8CAD-390F-4A11-B907-BBB4B6E0B449}" dt="2026-01-21T20:14:13.787" v="2066" actId="478"/>
          <ac:picMkLst>
            <pc:docMk/>
            <pc:sldMk cId="1551874195" sldId="283"/>
            <ac:picMk id="10" creationId="{F828494C-955A-760B-2AC4-9BAE7602E545}"/>
          </ac:picMkLst>
        </pc:picChg>
        <pc:picChg chg="add mod">
          <ac:chgData name="Renan Xavier Cortes" userId="d6af805853004405" providerId="LiveId" clId="{6CBA8CAD-390F-4A11-B907-BBB4B6E0B449}" dt="2026-01-21T20:14:23.924" v="2073" actId="1076"/>
          <ac:picMkLst>
            <pc:docMk/>
            <pc:sldMk cId="1551874195" sldId="283"/>
            <ac:picMk id="12" creationId="{65B2CA1E-D00D-E753-7DDF-737EC812D222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7.027" v="2267"/>
        <pc:sldMkLst>
          <pc:docMk/>
          <pc:sldMk cId="3855288861" sldId="284"/>
        </pc:sldMkLst>
        <pc:spChg chg="mod">
          <ac:chgData name="Renan Xavier Cortes" userId="d6af805853004405" providerId="LiveId" clId="{6CBA8CAD-390F-4A11-B907-BBB4B6E0B449}" dt="2026-01-21T20:48:23.702" v="2145" actId="20577"/>
          <ac:spMkLst>
            <pc:docMk/>
            <pc:sldMk cId="3855288861" sldId="28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20:48:43.266" v="2153" actId="1076"/>
          <ac:spMkLst>
            <pc:docMk/>
            <pc:sldMk cId="3855288861" sldId="284"/>
            <ac:spMk id="10" creationId="{2B1F81A8-3F77-3D25-0D91-989260BBD806}"/>
          </ac:spMkLst>
        </pc:spChg>
        <pc:spChg chg="add mod">
          <ac:chgData name="Renan Xavier Cortes" userId="d6af805853004405" providerId="LiveId" clId="{6CBA8CAD-390F-4A11-B907-BBB4B6E0B449}" dt="2026-01-21T20:49:00.147" v="2168" actId="1076"/>
          <ac:spMkLst>
            <pc:docMk/>
            <pc:sldMk cId="3855288861" sldId="284"/>
            <ac:spMk id="11" creationId="{ACBE2905-AC6C-0446-21C0-36CE2B864BA5}"/>
          </ac:spMkLst>
        </pc:spChg>
        <pc:picChg chg="del">
          <ac:chgData name="Renan Xavier Cortes" userId="d6af805853004405" providerId="LiveId" clId="{6CBA8CAD-390F-4A11-B907-BBB4B6E0B449}" dt="2026-01-21T20:48:26.070" v="2146" actId="478"/>
          <ac:picMkLst>
            <pc:docMk/>
            <pc:sldMk cId="3855288861" sldId="284"/>
            <ac:picMk id="6" creationId="{CB9F02F1-AFED-6149-90A3-CE7F1933A876}"/>
          </ac:picMkLst>
        </pc:picChg>
        <pc:picChg chg="add mod">
          <ac:chgData name="Renan Xavier Cortes" userId="d6af805853004405" providerId="LiveId" clId="{6CBA8CAD-390F-4A11-B907-BBB4B6E0B449}" dt="2026-01-21T20:48:57.395" v="2167" actId="1076"/>
          <ac:picMkLst>
            <pc:docMk/>
            <pc:sldMk cId="3855288861" sldId="284"/>
            <ac:picMk id="9" creationId="{61539A83-FA7C-7AD1-70FB-ECE4DD84D297}"/>
          </ac:picMkLst>
        </pc:picChg>
        <pc:picChg chg="add mod">
          <ac:chgData name="Renan Xavier Cortes" userId="d6af805853004405" providerId="LiveId" clId="{6CBA8CAD-390F-4A11-B907-BBB4B6E0B449}" dt="2026-01-21T20:49:27.109" v="2171" actId="1076"/>
          <ac:picMkLst>
            <pc:docMk/>
            <pc:sldMk cId="3855288861" sldId="284"/>
            <ac:picMk id="13" creationId="{40652A95-1D6F-2C91-CA10-BBD91EE6FCD5}"/>
          </ac:picMkLst>
        </pc:picChg>
      </pc:sldChg>
      <pc:sldChg chg="addSp delSp modSp add del mod">
        <pc:chgData name="Renan Xavier Cortes" userId="d6af805853004405" providerId="LiveId" clId="{6CBA8CAD-390F-4A11-B907-BBB4B6E0B449}" dt="2026-01-21T20:52:43.441" v="2205" actId="47"/>
        <pc:sldMkLst>
          <pc:docMk/>
          <pc:sldMk cId="675104871" sldId="285"/>
        </pc:sldMkLst>
        <pc:spChg chg="mod">
          <ac:chgData name="Renan Xavier Cortes" userId="d6af805853004405" providerId="LiveId" clId="{6CBA8CAD-390F-4A11-B907-BBB4B6E0B449}" dt="2026-01-21T20:49:49.525" v="2189" actId="20577"/>
          <ac:spMkLst>
            <pc:docMk/>
            <pc:sldMk cId="675104871" sldId="285"/>
            <ac:spMk id="4" creationId="{4B84190D-BF19-CEFE-E86D-F0B0EBBA7C0B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0" creationId="{2B1F81A8-3F77-3D25-0D91-989260BBD806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1" creationId="{ACBE2905-AC6C-0446-21C0-36CE2B864BA5}"/>
          </ac:spMkLst>
        </pc:spChg>
        <pc:picChg chg="add del mod">
          <ac:chgData name="Renan Xavier Cortes" userId="d6af805853004405" providerId="LiveId" clId="{6CBA8CAD-390F-4A11-B907-BBB4B6E0B449}" dt="2026-01-21T20:52:20.405" v="2197" actId="478"/>
          <ac:picMkLst>
            <pc:docMk/>
            <pc:sldMk cId="675104871" sldId="285"/>
            <ac:picMk id="6" creationId="{96B5210F-1605-9FC7-8E4A-D66BA6A8C835}"/>
          </ac:picMkLst>
        </pc:picChg>
        <pc:picChg chg="del">
          <ac:chgData name="Renan Xavier Cortes" userId="d6af805853004405" providerId="LiveId" clId="{6CBA8CAD-390F-4A11-B907-BBB4B6E0B449}" dt="2026-01-21T20:49:51.683" v="2190" actId="478"/>
          <ac:picMkLst>
            <pc:docMk/>
            <pc:sldMk cId="675104871" sldId="285"/>
            <ac:picMk id="9" creationId="{61539A83-FA7C-7AD1-70FB-ECE4DD84D297}"/>
          </ac:picMkLst>
        </pc:picChg>
        <pc:picChg chg="del">
          <ac:chgData name="Renan Xavier Cortes" userId="d6af805853004405" providerId="LiveId" clId="{6CBA8CAD-390F-4A11-B907-BBB4B6E0B449}" dt="2026-01-21T20:49:52.623" v="2191" actId="478"/>
          <ac:picMkLst>
            <pc:docMk/>
            <pc:sldMk cId="675104871" sldId="285"/>
            <ac:picMk id="13" creationId="{40652A95-1D6F-2C91-CA10-BBD91EE6FCD5}"/>
          </ac:picMkLst>
        </pc:picChg>
      </pc:sldChg>
      <pc:sldChg chg="add modAnim">
        <pc:chgData name="Renan Xavier Cortes" userId="d6af805853004405" providerId="LiveId" clId="{6CBA8CAD-390F-4A11-B907-BBB4B6E0B449}" dt="2026-01-21T21:00:53.358" v="2269"/>
        <pc:sldMkLst>
          <pc:docMk/>
          <pc:sldMk cId="2773026186" sldId="286"/>
        </pc:sldMkLst>
      </pc:sldChg>
      <pc:sldChg chg="addSp delSp modSp add mod modAnim">
        <pc:chgData name="Renan Xavier Cortes" userId="d6af805853004405" providerId="LiveId" clId="{6CBA8CAD-390F-4A11-B907-BBB4B6E0B449}" dt="2026-01-21T21:00:49.455" v="2268"/>
        <pc:sldMkLst>
          <pc:docMk/>
          <pc:sldMk cId="623748094" sldId="287"/>
        </pc:sldMkLst>
        <pc:spChg chg="add mod">
          <ac:chgData name="Renan Xavier Cortes" userId="d6af805853004405" providerId="LiveId" clId="{6CBA8CAD-390F-4A11-B907-BBB4B6E0B449}" dt="2026-01-21T20:54:01.600" v="2250" actId="1076"/>
          <ac:spMkLst>
            <pc:docMk/>
            <pc:sldMk cId="623748094" sldId="287"/>
            <ac:spMk id="10" creationId="{0501C3D0-1DF0-41AE-C64F-7EABA969E7F3}"/>
          </ac:spMkLst>
        </pc:spChg>
        <pc:picChg chg="del">
          <ac:chgData name="Renan Xavier Cortes" userId="d6af805853004405" providerId="LiveId" clId="{6CBA8CAD-390F-4A11-B907-BBB4B6E0B449}" dt="2026-01-21T20:52:26.148" v="2199" actId="478"/>
          <ac:picMkLst>
            <pc:docMk/>
            <pc:sldMk cId="623748094" sldId="287"/>
            <ac:picMk id="6" creationId="{96B5210F-1605-9FC7-8E4A-D66BA6A8C835}"/>
          </ac:picMkLst>
        </pc:picChg>
        <pc:picChg chg="add mod">
          <ac:chgData name="Renan Xavier Cortes" userId="d6af805853004405" providerId="LiveId" clId="{6CBA8CAD-390F-4A11-B907-BBB4B6E0B449}" dt="2026-01-21T20:53:20.353" v="2208" actId="1076"/>
          <ac:picMkLst>
            <pc:docMk/>
            <pc:sldMk cId="623748094" sldId="287"/>
            <ac:picMk id="9" creationId="{F0AE4C95-B2E5-AD75-C8DB-CA9623F29141}"/>
          </ac:picMkLst>
        </pc:picChg>
        <pc:picChg chg="add del mod">
          <ac:chgData name="Renan Xavier Cortes" userId="d6af805853004405" providerId="LiveId" clId="{6CBA8CAD-390F-4A11-B907-BBB4B6E0B449}" dt="2026-01-21T20:53:15.846" v="2206" actId="478"/>
          <ac:picMkLst>
            <pc:docMk/>
            <pc:sldMk cId="623748094" sldId="287"/>
            <ac:picMk id="18434" creationId="{E52C266A-D0DB-93C1-2C72-A4F92F13BCD8}"/>
          </ac:picMkLst>
        </pc:picChg>
      </pc:sldChg>
    </pc:docChg>
  </pc:docChgLst>
  <pc:docChgLst>
    <pc:chgData name="Renan Xavier Cortes" userId="d6af805853004405" providerId="LiveId" clId="{32CE5F03-9B31-4102-A03B-787EE1528540}"/>
    <pc:docChg chg="undo custSel addSld delSld modSld sldOrd">
      <pc:chgData name="Renan Xavier Cortes" userId="d6af805853004405" providerId="LiveId" clId="{32CE5F03-9B31-4102-A03B-787EE1528540}" dt="2026-10-01T14:54:51.567" v="2562" actId="1076"/>
      <pc:docMkLst>
        <pc:docMk/>
      </pc:docMkLst>
      <pc:sldChg chg="addSp delSp modSp mod">
        <pc:chgData name="Renan Xavier Cortes" userId="d6af805853004405" providerId="LiveId" clId="{32CE5F03-9B31-4102-A03B-787EE1528540}" dt="2026-09-30T14:15:43.776" v="1256" actId="20577"/>
        <pc:sldMkLst>
          <pc:docMk/>
          <pc:sldMk cId="3554767980" sldId="260"/>
        </pc:sldMkLst>
        <pc:spChg chg="add">
          <ac:chgData name="Renan Xavier Cortes" userId="d6af805853004405" providerId="LiveId" clId="{32CE5F03-9B31-4102-A03B-787EE1528540}" dt="2026-09-30T13:56:14.886" v="829"/>
          <ac:spMkLst>
            <pc:docMk/>
            <pc:sldMk cId="3554767980" sldId="260"/>
            <ac:spMk id="4" creationId="{AF5919B4-CA74-37F8-4759-39BC1C4A8129}"/>
          </ac:spMkLst>
        </pc:spChg>
        <pc:spChg chg="add mod">
          <ac:chgData name="Renan Xavier Cortes" userId="d6af805853004405" providerId="LiveId" clId="{32CE5F03-9B31-4102-A03B-787EE1528540}" dt="2026-09-30T14:15:43.776" v="1256" actId="20577"/>
          <ac:spMkLst>
            <pc:docMk/>
            <pc:sldMk cId="3554767980" sldId="260"/>
            <ac:spMk id="5" creationId="{F8513A2C-EFAD-349F-ECA3-4EE11292D1C6}"/>
          </ac:spMkLst>
        </pc:spChg>
        <pc:spChg chg="add mod">
          <ac:chgData name="Renan Xavier Cortes" userId="d6af805853004405" providerId="LiveId" clId="{32CE5F03-9B31-4102-A03B-787EE1528540}" dt="2026-09-30T14:13:40.083" v="1226" actId="1076"/>
          <ac:spMkLst>
            <pc:docMk/>
            <pc:sldMk cId="3554767980" sldId="260"/>
            <ac:spMk id="9" creationId="{985D7B09-9BD8-C772-923A-E9C4FBA45B2B}"/>
          </ac:spMkLst>
        </pc:spChg>
        <pc:spChg chg="mod">
          <ac:chgData name="Renan Xavier Cortes" userId="d6af805853004405" providerId="LiveId" clId="{32CE5F03-9B31-4102-A03B-787EE1528540}" dt="2026-09-30T14:06:28.608" v="1164" actId="404"/>
          <ac:spMkLst>
            <pc:docMk/>
            <pc:sldMk cId="3554767980" sldId="260"/>
            <ac:spMk id="14" creationId="{427DBFEB-81BF-4CC3-A411-FBF43D295C56}"/>
          </ac:spMkLst>
        </pc:spChg>
        <pc:picChg chg="add del mod">
          <ac:chgData name="Renan Xavier Cortes" userId="d6af805853004405" providerId="LiveId" clId="{32CE5F03-9B31-4102-A03B-787EE1528540}" dt="2026-09-30T13:57:56.594" v="917" actId="478"/>
          <ac:picMkLst>
            <pc:docMk/>
            <pc:sldMk cId="3554767980" sldId="260"/>
            <ac:picMk id="1028" creationId="{EFF64496-3623-6156-1C45-72624FFD6A76}"/>
          </ac:picMkLst>
        </pc:picChg>
        <pc:picChg chg="add mod">
          <ac:chgData name="Renan Xavier Cortes" userId="d6af805853004405" providerId="LiveId" clId="{32CE5F03-9B31-4102-A03B-787EE1528540}" dt="2026-09-30T13:58:01.937" v="920" actId="1076"/>
          <ac:picMkLst>
            <pc:docMk/>
            <pc:sldMk cId="3554767980" sldId="260"/>
            <ac:picMk id="1030" creationId="{BAA8555A-A9C9-35F7-8A61-79165A878D49}"/>
          </ac:picMkLst>
        </pc:picChg>
      </pc:sldChg>
      <pc:sldChg chg="addSp modSp mod">
        <pc:chgData name="Renan Xavier Cortes" userId="d6af805853004405" providerId="LiveId" clId="{32CE5F03-9B31-4102-A03B-787EE1528540}" dt="2026-10-01T14:54:51.567" v="2562" actId="1076"/>
        <pc:sldMkLst>
          <pc:docMk/>
          <pc:sldMk cId="3705900010" sldId="261"/>
        </pc:sldMkLst>
        <pc:spChg chg="add">
          <ac:chgData name="Renan Xavier Cortes" userId="d6af805853004405" providerId="LiveId" clId="{32CE5F03-9B31-4102-A03B-787EE1528540}" dt="2026-09-30T19:08:49.415" v="2535"/>
          <ac:spMkLst>
            <pc:docMk/>
            <pc:sldMk cId="3705900010" sldId="261"/>
            <ac:spMk id="4" creationId="{26CF9A97-1C8F-3603-527C-B47CCD37E1EF}"/>
          </ac:spMkLst>
        </pc:spChg>
        <pc:spChg chg="mod">
          <ac:chgData name="Renan Xavier Cortes" userId="d6af805853004405" providerId="LiveId" clId="{32CE5F03-9B31-4102-A03B-787EE1528540}" dt="2026-09-30T19:02:35.833" v="2239" actId="20577"/>
          <ac:spMkLst>
            <pc:docMk/>
            <pc:sldMk cId="3705900010" sldId="261"/>
            <ac:spMk id="8" creationId="{39AE06C5-34BE-4D68-97C3-4C07702C2DF6}"/>
          </ac:spMkLst>
        </pc:spChg>
        <pc:spChg chg="mod">
          <ac:chgData name="Renan Xavier Cortes" userId="d6af805853004405" providerId="LiveId" clId="{32CE5F03-9B31-4102-A03B-787EE1528540}" dt="2026-10-01T14:54:51.567" v="2562" actId="1076"/>
          <ac:spMkLst>
            <pc:docMk/>
            <pc:sldMk cId="3705900010" sldId="261"/>
            <ac:spMk id="14" creationId="{427DBFEB-81BF-4CC3-A411-FBF43D295C56}"/>
          </ac:spMkLst>
        </pc:spChg>
        <pc:picChg chg="add mod">
          <ac:chgData name="Renan Xavier Cortes" userId="d6af805853004405" providerId="LiveId" clId="{32CE5F03-9B31-4102-A03B-787EE1528540}" dt="2026-09-30T19:09:13.712" v="2543" actId="1076"/>
          <ac:picMkLst>
            <pc:docMk/>
            <pc:sldMk cId="3705900010" sldId="261"/>
            <ac:picMk id="6" creationId="{794762C9-B5D3-1977-F0FE-A99EEC89CE5D}"/>
          </ac:picMkLst>
        </pc:picChg>
        <pc:picChg chg="add mod">
          <ac:chgData name="Renan Xavier Cortes" userId="d6af805853004405" providerId="LiveId" clId="{32CE5F03-9B31-4102-A03B-787EE1528540}" dt="2026-09-30T19:09:09.950" v="2541" actId="1076"/>
          <ac:picMkLst>
            <pc:docMk/>
            <pc:sldMk cId="3705900010" sldId="261"/>
            <ac:picMk id="7170" creationId="{1A22D7E4-EFBD-340A-BBAC-D01BB1295755}"/>
          </ac:picMkLst>
        </pc:picChg>
        <pc:picChg chg="add mod">
          <ac:chgData name="Renan Xavier Cortes" userId="d6af805853004405" providerId="LiveId" clId="{32CE5F03-9B31-4102-A03B-787EE1528540}" dt="2026-09-30T19:10:25.079" v="2546" actId="1076"/>
          <ac:picMkLst>
            <pc:docMk/>
            <pc:sldMk cId="3705900010" sldId="261"/>
            <ac:picMk id="7174" creationId="{182F9BF4-F274-8F50-77FB-FC6F00E8397E}"/>
          </ac:picMkLst>
        </pc:picChg>
      </pc:sldChg>
      <pc:sldChg chg="addSp modSp mod">
        <pc:chgData name="Renan Xavier Cortes" userId="d6af805853004405" providerId="LiveId" clId="{32CE5F03-9B31-4102-A03B-787EE1528540}" dt="2026-09-30T14:46:07.940" v="1417" actId="1076"/>
        <pc:sldMkLst>
          <pc:docMk/>
          <pc:sldMk cId="1536836101" sldId="262"/>
        </pc:sldMkLst>
        <pc:spChg chg="add mod">
          <ac:chgData name="Renan Xavier Cortes" userId="d6af805853004405" providerId="LiveId" clId="{32CE5F03-9B31-4102-A03B-787EE1528540}" dt="2026-09-30T14:46:03.045" v="1415" actId="403"/>
          <ac:spMkLst>
            <pc:docMk/>
            <pc:sldMk cId="1536836101" sldId="262"/>
            <ac:spMk id="5" creationId="{E0FCEFC3-016C-BECB-5C9F-C81ABE58A50B}"/>
          </ac:spMkLst>
        </pc:spChg>
        <pc:spChg chg="mod">
          <ac:chgData name="Renan Xavier Cortes" userId="d6af805853004405" providerId="LiveId" clId="{32CE5F03-9B31-4102-A03B-787EE1528540}" dt="2026-09-30T14:46:07.940" v="1417" actId="1076"/>
          <ac:spMkLst>
            <pc:docMk/>
            <pc:sldMk cId="153683610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32CE5F03-9B31-4102-A03B-787EE1528540}" dt="2026-09-30T14:17:13.559" v="1259" actId="1076"/>
          <ac:picMkLst>
            <pc:docMk/>
            <pc:sldMk cId="1536836101" sldId="262"/>
            <ac:picMk id="2050" creationId="{D5753060-8B2D-376B-A341-C1A929AB6692}"/>
          </ac:picMkLst>
        </pc:picChg>
      </pc:sldChg>
      <pc:sldChg chg="addSp modSp mod">
        <pc:chgData name="Renan Xavier Cortes" userId="d6af805853004405" providerId="LiveId" clId="{32CE5F03-9B31-4102-A03B-787EE1528540}" dt="2026-09-30T18:57:45.323" v="2169" actId="255"/>
        <pc:sldMkLst>
          <pc:docMk/>
          <pc:sldMk cId="1070033144" sldId="263"/>
        </pc:sldMkLst>
        <pc:spChg chg="mod">
          <ac:chgData name="Renan Xavier Cortes" userId="d6af805853004405" providerId="LiveId" clId="{32CE5F03-9B31-4102-A03B-787EE1528540}" dt="2026-09-30T18:43:50.078" v="2046" actId="1076"/>
          <ac:spMkLst>
            <pc:docMk/>
            <pc:sldMk cId="1070033144" sldId="263"/>
            <ac:spMk id="8" creationId="{39AE06C5-34BE-4D68-97C3-4C07702C2DF6}"/>
          </ac:spMkLst>
        </pc:spChg>
        <pc:spChg chg="mod">
          <ac:chgData name="Renan Xavier Cortes" userId="d6af805853004405" providerId="LiveId" clId="{32CE5F03-9B31-4102-A03B-787EE1528540}" dt="2026-09-30T18:57:45.323" v="2169" actId="255"/>
          <ac:spMkLst>
            <pc:docMk/>
            <pc:sldMk cId="1070033144" sldId="263"/>
            <ac:spMk id="14" creationId="{427DBFEB-81BF-4CC3-A411-FBF43D295C56}"/>
          </ac:spMkLst>
        </pc:spChg>
        <pc:picChg chg="add mod">
          <ac:chgData name="Renan Xavier Cortes" userId="d6af805853004405" providerId="LiveId" clId="{32CE5F03-9B31-4102-A03B-787EE1528540}" dt="2026-09-30T18:43:53.470" v="2048" actId="14100"/>
          <ac:picMkLst>
            <pc:docMk/>
            <pc:sldMk cId="1070033144" sldId="263"/>
            <ac:picMk id="6146" creationId="{54608EC3-B8E2-2804-8729-CF81BB847823}"/>
          </ac:picMkLst>
        </pc:picChg>
      </pc:sldChg>
      <pc:sldChg chg="addSp delSp modSp mod ord">
        <pc:chgData name="Renan Xavier Cortes" userId="d6af805853004405" providerId="LiveId" clId="{32CE5F03-9B31-4102-A03B-787EE1528540}" dt="2026-09-30T18:19:19.635" v="1857" actId="1076"/>
        <pc:sldMkLst>
          <pc:docMk/>
          <pc:sldMk cId="4218870347" sldId="264"/>
        </pc:sldMkLst>
        <pc:spChg chg="add del mod">
          <ac:chgData name="Renan Xavier Cortes" userId="d6af805853004405" providerId="LiveId" clId="{32CE5F03-9B31-4102-A03B-787EE1528540}" dt="2026-09-30T17:55:06.674" v="1686" actId="478"/>
          <ac:spMkLst>
            <pc:docMk/>
            <pc:sldMk cId="4218870347" sldId="264"/>
            <ac:spMk id="5" creationId="{7BB93A7C-F866-CC39-8292-7BD5B8DA7A0B}"/>
          </ac:spMkLst>
        </pc:spChg>
        <pc:spChg chg="add mod">
          <ac:chgData name="Renan Xavier Cortes" userId="d6af805853004405" providerId="LiveId" clId="{32CE5F03-9B31-4102-A03B-787EE1528540}" dt="2026-09-30T17:55:15.430" v="1688" actId="403"/>
          <ac:spMkLst>
            <pc:docMk/>
            <pc:sldMk cId="4218870347" sldId="264"/>
            <ac:spMk id="9" creationId="{F3D738E0-9802-84AC-D1D0-0F6C3997DA9A}"/>
          </ac:spMkLst>
        </pc:spChg>
        <pc:spChg chg="add mod">
          <ac:chgData name="Renan Xavier Cortes" userId="d6af805853004405" providerId="LiveId" clId="{32CE5F03-9B31-4102-A03B-787EE1528540}" dt="2026-09-30T17:55:15.430" v="1688" actId="403"/>
          <ac:spMkLst>
            <pc:docMk/>
            <pc:sldMk cId="4218870347" sldId="264"/>
            <ac:spMk id="10" creationId="{472D680D-5A60-F84E-BF35-612417316049}"/>
          </ac:spMkLst>
        </pc:spChg>
        <pc:spChg chg="add mod">
          <ac:chgData name="Renan Xavier Cortes" userId="d6af805853004405" providerId="LiveId" clId="{32CE5F03-9B31-4102-A03B-787EE1528540}" dt="2026-09-30T17:54:59.157" v="1685"/>
          <ac:spMkLst>
            <pc:docMk/>
            <pc:sldMk cId="4218870347" sldId="264"/>
            <ac:spMk id="11" creationId="{463AE348-FF9C-094B-31C9-092F747FF823}"/>
          </ac:spMkLst>
        </pc:spChg>
        <pc:spChg chg="add mod">
          <ac:chgData name="Renan Xavier Cortes" userId="d6af805853004405" providerId="LiveId" clId="{32CE5F03-9B31-4102-A03B-787EE1528540}" dt="2026-09-30T18:19:19.635" v="1857" actId="1076"/>
          <ac:spMkLst>
            <pc:docMk/>
            <pc:sldMk cId="4218870347" sldId="264"/>
            <ac:spMk id="12" creationId="{E8C7AD1B-2FCE-2932-CAB2-FFF8012D7F25}"/>
          </ac:spMkLst>
        </pc:spChg>
        <pc:spChg chg="add mod">
          <ac:chgData name="Renan Xavier Cortes" userId="d6af805853004405" providerId="LiveId" clId="{32CE5F03-9B31-4102-A03B-787EE1528540}" dt="2026-09-30T17:55:10.744" v="1687" actId="1076"/>
          <ac:spMkLst>
            <pc:docMk/>
            <pc:sldMk cId="4218870347" sldId="264"/>
            <ac:spMk id="13" creationId="{188B4642-779A-5D9F-A48A-05401DD39358}"/>
          </ac:spMkLst>
        </pc:spChg>
        <pc:spChg chg="mod">
          <ac:chgData name="Renan Xavier Cortes" userId="d6af805853004405" providerId="LiveId" clId="{32CE5F03-9B31-4102-A03B-787EE1528540}" dt="2026-09-30T17:54:00.655" v="1682" actId="20577"/>
          <ac:spMkLst>
            <pc:docMk/>
            <pc:sldMk cId="4218870347" sldId="264"/>
            <ac:spMk id="14" creationId="{427DBFEB-81BF-4CC3-A411-FBF43D295C56}"/>
          </ac:spMkLst>
        </pc:spChg>
        <pc:graphicFrameChg chg="add del mod">
          <ac:chgData name="Renan Xavier Cortes" userId="d6af805853004405" providerId="LiveId" clId="{32CE5F03-9B31-4102-A03B-787EE1528540}" dt="2026-09-30T17:54:58.285" v="1684" actId="478"/>
          <ac:graphicFrameMkLst>
            <pc:docMk/>
            <pc:sldMk cId="4218870347" sldId="264"/>
            <ac:graphicFrameMk id="4" creationId="{459144C7-4703-52CE-DB4F-17FF275B5461}"/>
          </ac:graphicFrameMkLst>
        </pc:graphicFrameChg>
        <pc:graphicFrameChg chg="add mod">
          <ac:chgData name="Renan Xavier Cortes" userId="d6af805853004405" providerId="LiveId" clId="{32CE5F03-9B31-4102-A03B-787EE1528540}" dt="2026-09-30T17:54:59.157" v="1685"/>
          <ac:graphicFrameMkLst>
            <pc:docMk/>
            <pc:sldMk cId="4218870347" sldId="264"/>
            <ac:graphicFrameMk id="6" creationId="{58EE9A4A-D221-8BD1-EC89-B091240DADA6}"/>
          </ac:graphicFrameMkLst>
        </pc:graphicFrameChg>
      </pc:sldChg>
      <pc:sldChg chg="del">
        <pc:chgData name="Renan Xavier Cortes" userId="d6af805853004405" providerId="LiveId" clId="{32CE5F03-9B31-4102-A03B-787EE1528540}" dt="2026-09-30T13:55:26.918" v="828" actId="47"/>
        <pc:sldMkLst>
          <pc:docMk/>
          <pc:sldMk cId="1600642753" sldId="265"/>
        </pc:sldMkLst>
      </pc:sldChg>
      <pc:sldChg chg="addSp modSp mod ord modAnim">
        <pc:chgData name="Renan Xavier Cortes" userId="d6af805853004405" providerId="LiveId" clId="{32CE5F03-9B31-4102-A03B-787EE1528540}" dt="2026-09-30T18:35:29.770" v="2016"/>
        <pc:sldMkLst>
          <pc:docMk/>
          <pc:sldMk cId="204840894" sldId="267"/>
        </pc:sldMkLst>
        <pc:spChg chg="mod">
          <ac:chgData name="Renan Xavier Cortes" userId="d6af805853004405" providerId="LiveId" clId="{32CE5F03-9B31-4102-A03B-787EE1528540}" dt="2026-09-30T18:32:38.713" v="1913" actId="403"/>
          <ac:spMkLst>
            <pc:docMk/>
            <pc:sldMk cId="204840894" sldId="267"/>
            <ac:spMk id="4" creationId="{F9B44222-0FEB-DD8A-E65A-F10683C06A0F}"/>
          </ac:spMkLst>
        </pc:spChg>
        <pc:spChg chg="add mod">
          <ac:chgData name="Renan Xavier Cortes" userId="d6af805853004405" providerId="LiveId" clId="{32CE5F03-9B31-4102-A03B-787EE1528540}" dt="2026-09-30T18:31:23.069" v="1866" actId="1076"/>
          <ac:spMkLst>
            <pc:docMk/>
            <pc:sldMk cId="204840894" sldId="267"/>
            <ac:spMk id="9" creationId="{A7924BE9-722D-AE8C-355C-9C9926B6843C}"/>
          </ac:spMkLst>
        </pc:spChg>
        <pc:spChg chg="add mod">
          <ac:chgData name="Renan Xavier Cortes" userId="d6af805853004405" providerId="LiveId" clId="{32CE5F03-9B31-4102-A03B-787EE1528540}" dt="2026-09-30T18:32:45.513" v="1915" actId="1076"/>
          <ac:spMkLst>
            <pc:docMk/>
            <pc:sldMk cId="204840894" sldId="267"/>
            <ac:spMk id="10" creationId="{3DB70E76-2C85-16FB-C8CC-53EB3AEECE7B}"/>
          </ac:spMkLst>
        </pc:spChg>
        <pc:spChg chg="add mod">
          <ac:chgData name="Renan Xavier Cortes" userId="d6af805853004405" providerId="LiveId" clId="{32CE5F03-9B31-4102-A03B-787EE1528540}" dt="2026-09-30T18:33:31.583" v="1950" actId="1076"/>
          <ac:spMkLst>
            <pc:docMk/>
            <pc:sldMk cId="204840894" sldId="267"/>
            <ac:spMk id="11" creationId="{CB184BE6-0BE2-BA18-029A-52DD351FDF0B}"/>
          </ac:spMkLst>
        </pc:spChg>
        <pc:spChg chg="add mod">
          <ac:chgData name="Renan Xavier Cortes" userId="d6af805853004405" providerId="LiveId" clId="{32CE5F03-9B31-4102-A03B-787EE1528540}" dt="2026-09-30T18:34:11.379" v="1981" actId="1076"/>
          <ac:spMkLst>
            <pc:docMk/>
            <pc:sldMk cId="204840894" sldId="267"/>
            <ac:spMk id="12" creationId="{2393E99D-8654-6736-563B-90241C78B105}"/>
          </ac:spMkLst>
        </pc:spChg>
        <pc:spChg chg="add mod">
          <ac:chgData name="Renan Xavier Cortes" userId="d6af805853004405" providerId="LiveId" clId="{32CE5F03-9B31-4102-A03B-787EE1528540}" dt="2026-09-30T18:34:08.750" v="1980" actId="1076"/>
          <ac:spMkLst>
            <pc:docMk/>
            <pc:sldMk cId="204840894" sldId="267"/>
            <ac:spMk id="13" creationId="{36618367-6AF6-11AD-D1D8-E58D6B826BC7}"/>
          </ac:spMkLst>
        </pc:spChg>
        <pc:spChg chg="add mod">
          <ac:chgData name="Renan Xavier Cortes" userId="d6af805853004405" providerId="LiveId" clId="{32CE5F03-9B31-4102-A03B-787EE1528540}" dt="2026-09-30T18:33:35.489" v="1952" actId="1076"/>
          <ac:spMkLst>
            <pc:docMk/>
            <pc:sldMk cId="204840894" sldId="267"/>
            <ac:spMk id="14" creationId="{8D019ECB-738C-DA5C-6576-C6F980D41762}"/>
          </ac:spMkLst>
        </pc:spChg>
        <pc:spChg chg="add mod">
          <ac:chgData name="Renan Xavier Cortes" userId="d6af805853004405" providerId="LiveId" clId="{32CE5F03-9B31-4102-A03B-787EE1528540}" dt="2026-09-30T18:35:13.497" v="2015" actId="1076"/>
          <ac:spMkLst>
            <pc:docMk/>
            <pc:sldMk cId="204840894" sldId="267"/>
            <ac:spMk id="15" creationId="{574D6D9C-D93C-E743-92A2-746B8DEBF90F}"/>
          </ac:spMkLst>
        </pc:spChg>
        <pc:spChg chg="add mod">
          <ac:chgData name="Renan Xavier Cortes" userId="d6af805853004405" providerId="LiveId" clId="{32CE5F03-9B31-4102-A03B-787EE1528540}" dt="2026-09-30T18:34:33.281" v="1995" actId="1076"/>
          <ac:spMkLst>
            <pc:docMk/>
            <pc:sldMk cId="204840894" sldId="267"/>
            <ac:spMk id="16" creationId="{48E74E98-E9A5-2B69-D05B-BE0099A83A98}"/>
          </ac:spMkLst>
        </pc:spChg>
        <pc:spChg chg="add mod">
          <ac:chgData name="Renan Xavier Cortes" userId="d6af805853004405" providerId="LiveId" clId="{32CE5F03-9B31-4102-A03B-787EE1528540}" dt="2026-09-30T18:34:52.895" v="2000" actId="1076"/>
          <ac:spMkLst>
            <pc:docMk/>
            <pc:sldMk cId="204840894" sldId="267"/>
            <ac:spMk id="17" creationId="{FACE062B-6F3D-8D21-21CB-ECA3E8074E2F}"/>
          </ac:spMkLst>
        </pc:spChg>
        <pc:spChg chg="add mod">
          <ac:chgData name="Renan Xavier Cortes" userId="d6af805853004405" providerId="LiveId" clId="{32CE5F03-9B31-4102-A03B-787EE1528540}" dt="2026-09-30T18:35:09.419" v="2014" actId="1076"/>
          <ac:spMkLst>
            <pc:docMk/>
            <pc:sldMk cId="204840894" sldId="267"/>
            <ac:spMk id="18" creationId="{F1F8C814-56E9-CAB5-BF4F-0B98EEFB341E}"/>
          </ac:spMkLst>
        </pc:spChg>
        <pc:picChg chg="add mod">
          <ac:chgData name="Renan Xavier Cortes" userId="d6af805853004405" providerId="LiveId" clId="{32CE5F03-9B31-4102-A03B-787EE1528540}" dt="2026-09-30T18:33:46.611" v="1965" actId="1076"/>
          <ac:picMkLst>
            <pc:docMk/>
            <pc:sldMk cId="204840894" sldId="267"/>
            <ac:picMk id="6" creationId="{A9B172CF-DDA4-9000-FC49-49E50601E3A1}"/>
          </ac:picMkLst>
        </pc:picChg>
      </pc:sldChg>
      <pc:sldChg chg="del">
        <pc:chgData name="Renan Xavier Cortes" userId="d6af805853004405" providerId="LiveId" clId="{32CE5F03-9B31-4102-A03B-787EE1528540}" dt="2026-09-29T18:53:06.902" v="89" actId="47"/>
        <pc:sldMkLst>
          <pc:docMk/>
          <pc:sldMk cId="1465096313" sldId="268"/>
        </pc:sldMkLst>
      </pc:sldChg>
      <pc:sldChg chg="addSp delSp modSp add mod delAnim modAnim">
        <pc:chgData name="Renan Xavier Cortes" userId="d6af805853004405" providerId="LiveId" clId="{32CE5F03-9B31-4102-A03B-787EE1528540}" dt="2026-09-29T18:45:51.497" v="87" actId="1076"/>
        <pc:sldMkLst>
          <pc:docMk/>
          <pc:sldMk cId="1268954086" sldId="270"/>
        </pc:sldMkLst>
        <pc:spChg chg="del">
          <ac:chgData name="Renan Xavier Cortes" userId="d6af805853004405" providerId="LiveId" clId="{32CE5F03-9B31-4102-A03B-787EE1528540}" dt="2026-09-29T18:44:29.944" v="7" actId="478"/>
          <ac:spMkLst>
            <pc:docMk/>
            <pc:sldMk cId="1268954086" sldId="270"/>
            <ac:spMk id="9" creationId="{4ADC85D4-4D6F-B41F-8D19-0C37EEA6532F}"/>
          </ac:spMkLst>
        </pc:spChg>
        <pc:spChg chg="add mod">
          <ac:chgData name="Renan Xavier Cortes" userId="d6af805853004405" providerId="LiveId" clId="{32CE5F03-9B31-4102-A03B-787EE1528540}" dt="2026-09-29T18:45:51.497" v="87" actId="1076"/>
          <ac:spMkLst>
            <pc:docMk/>
            <pc:sldMk cId="1268954086" sldId="270"/>
            <ac:spMk id="10" creationId="{439966E0-F76D-F319-6141-19CB38DC8D8B}"/>
          </ac:spMkLst>
        </pc:spChg>
        <pc:spChg chg="del">
          <ac:chgData name="Renan Xavier Cortes" userId="d6af805853004405" providerId="LiveId" clId="{32CE5F03-9B31-4102-A03B-787EE1528540}" dt="2026-09-29T18:44:29.348" v="6" actId="478"/>
          <ac:spMkLst>
            <pc:docMk/>
            <pc:sldMk cId="1268954086" sldId="270"/>
            <ac:spMk id="11" creationId="{2618659E-1058-1132-89D4-6B86F32FC853}"/>
          </ac:spMkLst>
        </pc:spChg>
        <pc:spChg chg="del">
          <ac:chgData name="Renan Xavier Cortes" userId="d6af805853004405" providerId="LiveId" clId="{32CE5F03-9B31-4102-A03B-787EE1528540}" dt="2026-09-29T18:44:27.800" v="5" actId="478"/>
          <ac:spMkLst>
            <pc:docMk/>
            <pc:sldMk cId="1268954086" sldId="270"/>
            <ac:spMk id="12" creationId="{0A11E838-7A28-D1BE-5FDC-461C62B8169E}"/>
          </ac:spMkLst>
        </pc:spChg>
        <pc:spChg chg="del">
          <ac:chgData name="Renan Xavier Cortes" userId="d6af805853004405" providerId="LiveId" clId="{32CE5F03-9B31-4102-A03B-787EE1528540}" dt="2026-09-29T18:44:26.959" v="4" actId="478"/>
          <ac:spMkLst>
            <pc:docMk/>
            <pc:sldMk cId="1268954086" sldId="270"/>
            <ac:spMk id="13" creationId="{D1F1D044-C509-E859-2F17-4F37728104EB}"/>
          </ac:spMkLst>
        </pc:spChg>
        <pc:spChg chg="add mod">
          <ac:chgData name="Renan Xavier Cortes" userId="d6af805853004405" providerId="LiveId" clId="{32CE5F03-9B31-4102-A03B-787EE1528540}" dt="2026-09-29T18:45:51.497" v="87" actId="1076"/>
          <ac:spMkLst>
            <pc:docMk/>
            <pc:sldMk cId="1268954086" sldId="270"/>
            <ac:spMk id="14" creationId="{09C2AF41-9EBC-A93B-F400-326DED611B2C}"/>
          </ac:spMkLst>
        </pc:spChg>
        <pc:picChg chg="del">
          <ac:chgData name="Renan Xavier Cortes" userId="d6af805853004405" providerId="LiveId" clId="{32CE5F03-9B31-4102-A03B-787EE1528540}" dt="2026-09-29T18:44:25.537" v="3" actId="478"/>
          <ac:picMkLst>
            <pc:docMk/>
            <pc:sldMk cId="1268954086" sldId="270"/>
            <ac:picMk id="5" creationId="{4318DFD3-3634-EC8F-4CA2-B0EB8093C36F}"/>
          </ac:picMkLst>
        </pc:picChg>
        <pc:picChg chg="add mod">
          <ac:chgData name="Renan Xavier Cortes" userId="d6af805853004405" providerId="LiveId" clId="{32CE5F03-9B31-4102-A03B-787EE1528540}" dt="2026-09-29T18:44:36.329" v="11" actId="1076"/>
          <ac:picMkLst>
            <pc:docMk/>
            <pc:sldMk cId="1268954086" sldId="270"/>
            <ac:picMk id="6" creationId="{C7CB915E-012D-A5FC-3321-870B91EF401C}"/>
          </ac:picMkLst>
        </pc:picChg>
      </pc:sldChg>
      <pc:sldChg chg="addSp delSp modSp add mod delAnim modAnim">
        <pc:chgData name="Renan Xavier Cortes" userId="d6af805853004405" providerId="LiveId" clId="{32CE5F03-9B31-4102-A03B-787EE1528540}" dt="2026-09-30T13:53:37.307" v="805" actId="20577"/>
        <pc:sldMkLst>
          <pc:docMk/>
          <pc:sldMk cId="3832149468" sldId="271"/>
        </pc:sldMkLst>
        <pc:spChg chg="del">
          <ac:chgData name="Renan Xavier Cortes" userId="d6af805853004405" providerId="LiveId" clId="{32CE5F03-9B31-4102-A03B-787EE1528540}" dt="2026-09-29T18:59:53.562" v="201" actId="478"/>
          <ac:spMkLst>
            <pc:docMk/>
            <pc:sldMk cId="3832149468" sldId="271"/>
            <ac:spMk id="9" creationId="{4ADC85D4-4D6F-B41F-8D19-0C37EEA6532F}"/>
          </ac:spMkLst>
        </pc:spChg>
        <pc:spChg chg="del">
          <ac:chgData name="Renan Xavier Cortes" userId="d6af805853004405" providerId="LiveId" clId="{32CE5F03-9B31-4102-A03B-787EE1528540}" dt="2026-09-29T18:59:48.511" v="197" actId="478"/>
          <ac:spMkLst>
            <pc:docMk/>
            <pc:sldMk cId="3832149468" sldId="271"/>
            <ac:spMk id="11" creationId="{2618659E-1058-1132-89D4-6B86F32FC853}"/>
          </ac:spMkLst>
        </pc:spChg>
        <pc:spChg chg="del">
          <ac:chgData name="Renan Xavier Cortes" userId="d6af805853004405" providerId="LiveId" clId="{32CE5F03-9B31-4102-A03B-787EE1528540}" dt="2026-09-29T18:59:50.995" v="199" actId="478"/>
          <ac:spMkLst>
            <pc:docMk/>
            <pc:sldMk cId="3832149468" sldId="271"/>
            <ac:spMk id="12" creationId="{0A11E838-7A28-D1BE-5FDC-461C62B8169E}"/>
          </ac:spMkLst>
        </pc:spChg>
        <pc:spChg chg="del">
          <ac:chgData name="Renan Xavier Cortes" userId="d6af805853004405" providerId="LiveId" clId="{32CE5F03-9B31-4102-A03B-787EE1528540}" dt="2026-09-29T18:59:49.889" v="198" actId="478"/>
          <ac:spMkLst>
            <pc:docMk/>
            <pc:sldMk cId="3832149468" sldId="271"/>
            <ac:spMk id="13" creationId="{D1F1D044-C509-E859-2F17-4F37728104EB}"/>
          </ac:spMkLst>
        </pc:spChg>
        <pc:spChg chg="add mod">
          <ac:chgData name="Renan Xavier Cortes" userId="d6af805853004405" providerId="LiveId" clId="{32CE5F03-9B31-4102-A03B-787EE1528540}" dt="2026-09-30T13:51:57.320" v="780" actId="1076"/>
          <ac:spMkLst>
            <pc:docMk/>
            <pc:sldMk cId="3832149468" sldId="271"/>
            <ac:spMk id="14" creationId="{2D353D8D-8D89-B5D0-0B0D-DBD360319F04}"/>
          </ac:spMkLst>
        </pc:spChg>
        <pc:spChg chg="add mod">
          <ac:chgData name="Renan Xavier Cortes" userId="d6af805853004405" providerId="LiveId" clId="{32CE5F03-9B31-4102-A03B-787EE1528540}" dt="2026-09-30T13:51:54.199" v="779" actId="1076"/>
          <ac:spMkLst>
            <pc:docMk/>
            <pc:sldMk cId="3832149468" sldId="271"/>
            <ac:spMk id="16" creationId="{E59EF19D-2CB3-BEA7-2B76-4879D130E732}"/>
          </ac:spMkLst>
        </pc:spChg>
        <pc:spChg chg="add mod">
          <ac:chgData name="Renan Xavier Cortes" userId="d6af805853004405" providerId="LiveId" clId="{32CE5F03-9B31-4102-A03B-787EE1528540}" dt="2026-09-30T13:53:37.307" v="805" actId="20577"/>
          <ac:spMkLst>
            <pc:docMk/>
            <pc:sldMk cId="3832149468" sldId="271"/>
            <ac:spMk id="19" creationId="{F649D27E-B466-1E84-67F4-B04DF87AFE85}"/>
          </ac:spMkLst>
        </pc:spChg>
        <pc:picChg chg="del">
          <ac:chgData name="Renan Xavier Cortes" userId="d6af805853004405" providerId="LiveId" clId="{32CE5F03-9B31-4102-A03B-787EE1528540}" dt="2026-09-30T13:51:50.239" v="777" actId="478"/>
          <ac:picMkLst>
            <pc:docMk/>
            <pc:sldMk cId="3832149468" sldId="271"/>
            <ac:picMk id="2" creationId="{567C8E3D-C535-EC50-849C-270CEB4B8A04}"/>
          </ac:picMkLst>
        </pc:picChg>
        <pc:picChg chg="del">
          <ac:chgData name="Renan Xavier Cortes" userId="d6af805853004405" providerId="LiveId" clId="{32CE5F03-9B31-4102-A03B-787EE1528540}" dt="2026-09-30T13:51:47.039" v="775" actId="478"/>
          <ac:picMkLst>
            <pc:docMk/>
            <pc:sldMk cId="3832149468" sldId="271"/>
            <ac:picMk id="3" creationId="{C9663204-9A6C-C5D7-7C9B-AAF5653911D6}"/>
          </ac:picMkLst>
        </pc:picChg>
        <pc:picChg chg="del">
          <ac:chgData name="Renan Xavier Cortes" userId="d6af805853004405" providerId="LiveId" clId="{32CE5F03-9B31-4102-A03B-787EE1528540}" dt="2026-09-29T18:59:51.795" v="200" actId="478"/>
          <ac:picMkLst>
            <pc:docMk/>
            <pc:sldMk cId="3832149468" sldId="271"/>
            <ac:picMk id="5" creationId="{4318DFD3-3634-EC8F-4CA2-B0EB8093C36F}"/>
          </ac:picMkLst>
        </pc:picChg>
        <pc:picChg chg="add mod">
          <ac:chgData name="Renan Xavier Cortes" userId="d6af805853004405" providerId="LiveId" clId="{32CE5F03-9B31-4102-A03B-787EE1528540}" dt="2026-09-30T13:50:30.558" v="647" actId="1076"/>
          <ac:picMkLst>
            <pc:docMk/>
            <pc:sldMk cId="3832149468" sldId="271"/>
            <ac:picMk id="6" creationId="{9FA44AA4-873C-9384-BBCC-5F18798D8247}"/>
          </ac:picMkLst>
        </pc:picChg>
        <pc:picChg chg="add mod">
          <ac:chgData name="Renan Xavier Cortes" userId="d6af805853004405" providerId="LiveId" clId="{32CE5F03-9B31-4102-A03B-787EE1528540}" dt="2026-09-30T13:52:01.367" v="782" actId="1076"/>
          <ac:picMkLst>
            <pc:docMk/>
            <pc:sldMk cId="3832149468" sldId="271"/>
            <ac:picMk id="18" creationId="{E7C5C5E8-BDC7-6A56-284B-4BA81B6ED2B4}"/>
          </ac:picMkLst>
        </pc:picChg>
      </pc:sldChg>
      <pc:sldChg chg="add del">
        <pc:chgData name="Renan Xavier Cortes" userId="d6af805853004405" providerId="LiveId" clId="{32CE5F03-9B31-4102-A03B-787EE1528540}" dt="2026-09-30T18:31:57.931" v="1868" actId="47"/>
        <pc:sldMkLst>
          <pc:docMk/>
          <pc:sldMk cId="1290076" sldId="272"/>
        </pc:sldMkLst>
      </pc:sldChg>
      <pc:sldChg chg="add">
        <pc:chgData name="Renan Xavier Cortes" userId="d6af805853004405" providerId="LiveId" clId="{32CE5F03-9B31-4102-A03B-787EE1528540}" dt="2026-09-29T18:52:42.033" v="88"/>
        <pc:sldMkLst>
          <pc:docMk/>
          <pc:sldMk cId="587472357" sldId="273"/>
        </pc:sldMkLst>
      </pc:sldChg>
      <pc:sldChg chg="modSp add mod">
        <pc:chgData name="Renan Xavier Cortes" userId="d6af805853004405" providerId="LiveId" clId="{32CE5F03-9B31-4102-A03B-787EE1528540}" dt="2026-09-30T19:14:08.306" v="2548" actId="20577"/>
        <pc:sldMkLst>
          <pc:docMk/>
          <pc:sldMk cId="2697758197" sldId="274"/>
        </pc:sldMkLst>
        <pc:spChg chg="mod">
          <ac:chgData name="Renan Xavier Cortes" userId="d6af805853004405" providerId="LiveId" clId="{32CE5F03-9B31-4102-A03B-787EE1528540}" dt="2026-09-30T19:14:08.306" v="2548" actId="20577"/>
          <ac:spMkLst>
            <pc:docMk/>
            <pc:sldMk cId="2697758197" sldId="274"/>
            <ac:spMk id="4" creationId="{F9B44222-0FEB-DD8A-E65A-F10683C06A0F}"/>
          </ac:spMkLst>
        </pc:spChg>
      </pc:sldChg>
      <pc:sldChg chg="addSp delSp modSp add mod ord modAnim">
        <pc:chgData name="Renan Xavier Cortes" userId="d6af805853004405" providerId="LiveId" clId="{32CE5F03-9B31-4102-A03B-787EE1528540}" dt="2026-09-30T13:15:15.035" v="536" actId="20577"/>
        <pc:sldMkLst>
          <pc:docMk/>
          <pc:sldMk cId="2071889659" sldId="275"/>
        </pc:sldMkLst>
        <pc:spChg chg="mod">
          <ac:chgData name="Renan Xavier Cortes" userId="d6af805853004405" providerId="LiveId" clId="{32CE5F03-9B31-4102-A03B-787EE1528540}" dt="2026-09-29T19:00:23.343" v="313" actId="20577"/>
          <ac:spMkLst>
            <pc:docMk/>
            <pc:sldMk cId="2071889659" sldId="275"/>
            <ac:spMk id="4" creationId="{F9B44222-0FEB-DD8A-E65A-F10683C06A0F}"/>
          </ac:spMkLst>
        </pc:spChg>
        <pc:spChg chg="add del">
          <ac:chgData name="Renan Xavier Cortes" userId="d6af805853004405" providerId="LiveId" clId="{32CE5F03-9B31-4102-A03B-787EE1528540}" dt="2026-09-29T19:02:05.280" v="333" actId="11529"/>
          <ac:spMkLst>
            <pc:docMk/>
            <pc:sldMk cId="2071889659" sldId="275"/>
            <ac:spMk id="11" creationId="{8BEE410F-77B2-4534-4D33-ACC5D248E82D}"/>
          </ac:spMkLst>
        </pc:spChg>
        <pc:spChg chg="add mod">
          <ac:chgData name="Renan Xavier Cortes" userId="d6af805853004405" providerId="LiveId" clId="{32CE5F03-9B31-4102-A03B-787EE1528540}" dt="2026-09-29T19:02:32.496" v="350" actId="692"/>
          <ac:spMkLst>
            <pc:docMk/>
            <pc:sldMk cId="2071889659" sldId="275"/>
            <ac:spMk id="12" creationId="{0B40F988-AD4C-F7F7-CE31-F2CDDF82E91A}"/>
          </ac:spMkLst>
        </pc:spChg>
        <pc:spChg chg="add mod">
          <ac:chgData name="Renan Xavier Cortes" userId="d6af805853004405" providerId="LiveId" clId="{32CE5F03-9B31-4102-A03B-787EE1528540}" dt="2026-09-29T19:02:49.280" v="354" actId="14100"/>
          <ac:spMkLst>
            <pc:docMk/>
            <pc:sldMk cId="2071889659" sldId="275"/>
            <ac:spMk id="13" creationId="{D34651EC-928C-45A9-FB4A-89294682FE03}"/>
          </ac:spMkLst>
        </pc:spChg>
        <pc:spChg chg="add mod">
          <ac:chgData name="Renan Xavier Cortes" userId="d6af805853004405" providerId="LiveId" clId="{32CE5F03-9B31-4102-A03B-787EE1528540}" dt="2026-09-30T13:15:15.035" v="536" actId="20577"/>
          <ac:spMkLst>
            <pc:docMk/>
            <pc:sldMk cId="2071889659" sldId="275"/>
            <ac:spMk id="16" creationId="{B5C85418-58C3-73C3-56E1-05082A43A7EA}"/>
          </ac:spMkLst>
        </pc:spChg>
        <pc:picChg chg="add mod">
          <ac:chgData name="Renan Xavier Cortes" userId="d6af805853004405" providerId="LiveId" clId="{32CE5F03-9B31-4102-A03B-787EE1528540}" dt="2026-09-29T19:01:30.373" v="321" actId="1076"/>
          <ac:picMkLst>
            <pc:docMk/>
            <pc:sldMk cId="2071889659" sldId="275"/>
            <ac:picMk id="6" creationId="{E0B70768-61C8-F85A-E614-A9F14CEAD950}"/>
          </ac:picMkLst>
        </pc:picChg>
        <pc:picChg chg="add del mod">
          <ac:chgData name="Renan Xavier Cortes" userId="d6af805853004405" providerId="LiveId" clId="{32CE5F03-9B31-4102-A03B-787EE1528540}" dt="2026-09-29T19:03:10.356" v="355" actId="478"/>
          <ac:picMkLst>
            <pc:docMk/>
            <pc:sldMk cId="2071889659" sldId="275"/>
            <ac:picMk id="10" creationId="{918C452C-A393-6CAA-7A87-EA606435045A}"/>
          </ac:picMkLst>
        </pc:picChg>
        <pc:picChg chg="add mod">
          <ac:chgData name="Renan Xavier Cortes" userId="d6af805853004405" providerId="LiveId" clId="{32CE5F03-9B31-4102-A03B-787EE1528540}" dt="2026-09-29T19:03:40.045" v="359" actId="1076"/>
          <ac:picMkLst>
            <pc:docMk/>
            <pc:sldMk cId="2071889659" sldId="275"/>
            <ac:picMk id="15" creationId="{AD23F083-ACAE-F3BE-99C5-AC59D9D5284D}"/>
          </ac:picMkLst>
        </pc:picChg>
      </pc:sldChg>
      <pc:sldChg chg="addSp delSp modSp add mod">
        <pc:chgData name="Renan Xavier Cortes" userId="d6af805853004405" providerId="LiveId" clId="{32CE5F03-9B31-4102-A03B-787EE1528540}" dt="2026-09-30T14:53:19.890" v="1625" actId="20577"/>
        <pc:sldMkLst>
          <pc:docMk/>
          <pc:sldMk cId="2069633465" sldId="276"/>
        </pc:sldMkLst>
        <pc:spChg chg="del">
          <ac:chgData name="Renan Xavier Cortes" userId="d6af805853004405" providerId="LiveId" clId="{32CE5F03-9B31-4102-A03B-787EE1528540}" dt="2026-09-30T14:50:33.587" v="1421" actId="478"/>
          <ac:spMkLst>
            <pc:docMk/>
            <pc:sldMk cId="2069633465" sldId="276"/>
            <ac:spMk id="5" creationId="{E0FCEFC3-016C-BECB-5C9F-C81ABE58A50B}"/>
          </ac:spMkLst>
        </pc:spChg>
        <pc:spChg chg="add mod">
          <ac:chgData name="Renan Xavier Cortes" userId="d6af805853004405" providerId="LiveId" clId="{32CE5F03-9B31-4102-A03B-787EE1528540}" dt="2026-09-30T14:53:19.890" v="1625" actId="20577"/>
          <ac:spMkLst>
            <pc:docMk/>
            <pc:sldMk cId="2069633465" sldId="276"/>
            <ac:spMk id="9" creationId="{4D79014A-3A45-CFD7-AE17-E00E6FC5D783}"/>
          </ac:spMkLst>
        </pc:spChg>
        <pc:spChg chg="del">
          <ac:chgData name="Renan Xavier Cortes" userId="d6af805853004405" providerId="LiveId" clId="{32CE5F03-9B31-4102-A03B-787EE1528540}" dt="2026-09-30T14:50:31.662" v="1420" actId="478"/>
          <ac:spMkLst>
            <pc:docMk/>
            <pc:sldMk cId="2069633465" sldId="276"/>
            <ac:spMk id="14" creationId="{427DBFEB-81BF-4CC3-A411-FBF43D295C56}"/>
          </ac:spMkLst>
        </pc:spChg>
        <pc:picChg chg="add mod">
          <ac:chgData name="Renan Xavier Cortes" userId="d6af805853004405" providerId="LiveId" clId="{32CE5F03-9B31-4102-A03B-787EE1528540}" dt="2026-09-30T14:51:59.113" v="1580" actId="1076"/>
          <ac:picMkLst>
            <pc:docMk/>
            <pc:sldMk cId="2069633465" sldId="276"/>
            <ac:picMk id="6" creationId="{64DDF3AB-FF5B-BF09-85E6-30B0D1CEF6F4}"/>
          </ac:picMkLst>
        </pc:picChg>
        <pc:picChg chg="del">
          <ac:chgData name="Renan Xavier Cortes" userId="d6af805853004405" providerId="LiveId" clId="{32CE5F03-9B31-4102-A03B-787EE1528540}" dt="2026-09-30T14:50:30.343" v="1419" actId="478"/>
          <ac:picMkLst>
            <pc:docMk/>
            <pc:sldMk cId="2069633465" sldId="276"/>
            <ac:picMk id="2050" creationId="{D5753060-8B2D-376B-A341-C1A929AB6692}"/>
          </ac:picMkLst>
        </pc:picChg>
      </pc:sldChg>
      <pc:sldChg chg="addSp delSp modSp add mod">
        <pc:chgData name="Renan Xavier Cortes" userId="d6af805853004405" providerId="LiveId" clId="{32CE5F03-9B31-4102-A03B-787EE1528540}" dt="2026-09-30T14:59:07.206" v="1677" actId="1076"/>
        <pc:sldMkLst>
          <pc:docMk/>
          <pc:sldMk cId="1019914244" sldId="277"/>
        </pc:sldMkLst>
        <pc:spChg chg="mod">
          <ac:chgData name="Renan Xavier Cortes" userId="d6af805853004405" providerId="LiveId" clId="{32CE5F03-9B31-4102-A03B-787EE1528540}" dt="2026-09-30T14:55:27.039" v="1664" actId="20577"/>
          <ac:spMkLst>
            <pc:docMk/>
            <pc:sldMk cId="1019914244" sldId="277"/>
            <ac:spMk id="9" creationId="{4D79014A-3A45-CFD7-AE17-E00E6FC5D783}"/>
          </ac:spMkLst>
        </pc:spChg>
        <pc:picChg chg="del">
          <ac:chgData name="Renan Xavier Cortes" userId="d6af805853004405" providerId="LiveId" clId="{32CE5F03-9B31-4102-A03B-787EE1528540}" dt="2026-09-30T14:56:11.182" v="1669" actId="478"/>
          <ac:picMkLst>
            <pc:docMk/>
            <pc:sldMk cId="1019914244" sldId="277"/>
            <ac:picMk id="2" creationId="{567C8E3D-C535-EC50-849C-270CEB4B8A04}"/>
          </ac:picMkLst>
        </pc:picChg>
        <pc:picChg chg="del">
          <ac:chgData name="Renan Xavier Cortes" userId="d6af805853004405" providerId="LiveId" clId="{32CE5F03-9B31-4102-A03B-787EE1528540}" dt="2026-09-30T14:58:58.389" v="1672" actId="478"/>
          <ac:picMkLst>
            <pc:docMk/>
            <pc:sldMk cId="1019914244" sldId="277"/>
            <ac:picMk id="3" creationId="{C9663204-9A6C-C5D7-7C9B-AAF5653911D6}"/>
          </ac:picMkLst>
        </pc:picChg>
        <pc:picChg chg="add mod">
          <ac:chgData name="Renan Xavier Cortes" userId="d6af805853004405" providerId="LiveId" clId="{32CE5F03-9B31-4102-A03B-787EE1528540}" dt="2026-09-30T14:56:13.020" v="1670" actId="1076"/>
          <ac:picMkLst>
            <pc:docMk/>
            <pc:sldMk cId="1019914244" sldId="277"/>
            <ac:picMk id="5" creationId="{ECE5EC1F-14C5-843E-05EF-98FE5A646D9D}"/>
          </ac:picMkLst>
        </pc:picChg>
        <pc:picChg chg="del">
          <ac:chgData name="Renan Xavier Cortes" userId="d6af805853004405" providerId="LiveId" clId="{32CE5F03-9B31-4102-A03B-787EE1528540}" dt="2026-09-30T14:56:07.050" v="1665" actId="478"/>
          <ac:picMkLst>
            <pc:docMk/>
            <pc:sldMk cId="1019914244" sldId="277"/>
            <ac:picMk id="6" creationId="{64DDF3AB-FF5B-BF09-85E6-30B0D1CEF6F4}"/>
          </ac:picMkLst>
        </pc:picChg>
        <pc:picChg chg="add mod">
          <ac:chgData name="Renan Xavier Cortes" userId="d6af805853004405" providerId="LiveId" clId="{32CE5F03-9B31-4102-A03B-787EE1528540}" dt="2026-09-30T14:59:07.206" v="1677" actId="1076"/>
          <ac:picMkLst>
            <pc:docMk/>
            <pc:sldMk cId="1019914244" sldId="277"/>
            <ac:picMk id="11" creationId="{7D2F9AF2-3B27-E6C1-5DA5-DAD401A60DEC}"/>
          </ac:picMkLst>
        </pc:picChg>
      </pc:sldChg>
      <pc:sldChg chg="addSp delSp modSp add mod">
        <pc:chgData name="Renan Xavier Cortes" userId="d6af805853004405" providerId="LiveId" clId="{32CE5F03-9B31-4102-A03B-787EE1528540}" dt="2026-09-30T18:14:47.213" v="1846" actId="122"/>
        <pc:sldMkLst>
          <pc:docMk/>
          <pc:sldMk cId="1921800444" sldId="278"/>
        </pc:sldMkLst>
        <pc:spChg chg="add mod">
          <ac:chgData name="Renan Xavier Cortes" userId="d6af805853004405" providerId="LiveId" clId="{32CE5F03-9B31-4102-A03B-787EE1528540}" dt="2026-09-30T18:12:49.389" v="1724" actId="1076"/>
          <ac:spMkLst>
            <pc:docMk/>
            <pc:sldMk cId="1921800444" sldId="278"/>
            <ac:spMk id="5" creationId="{8B10989E-6495-BA93-F912-8AAFEB296936}"/>
          </ac:spMkLst>
        </pc:spChg>
        <pc:spChg chg="del">
          <ac:chgData name="Renan Xavier Cortes" userId="d6af805853004405" providerId="LiveId" clId="{32CE5F03-9B31-4102-A03B-787EE1528540}" dt="2026-09-30T18:11:28.032" v="1706" actId="478"/>
          <ac:spMkLst>
            <pc:docMk/>
            <pc:sldMk cId="1921800444" sldId="278"/>
            <ac:spMk id="9" creationId="{F3D738E0-9802-84AC-D1D0-0F6C3997DA9A}"/>
          </ac:spMkLst>
        </pc:spChg>
        <pc:spChg chg="del">
          <ac:chgData name="Renan Xavier Cortes" userId="d6af805853004405" providerId="LiveId" clId="{32CE5F03-9B31-4102-A03B-787EE1528540}" dt="2026-09-30T18:11:28.882" v="1707" actId="478"/>
          <ac:spMkLst>
            <pc:docMk/>
            <pc:sldMk cId="1921800444" sldId="278"/>
            <ac:spMk id="10" creationId="{472D680D-5A60-F84E-BF35-612417316049}"/>
          </ac:spMkLst>
        </pc:spChg>
        <pc:spChg chg="del">
          <ac:chgData name="Renan Xavier Cortes" userId="d6af805853004405" providerId="LiveId" clId="{32CE5F03-9B31-4102-A03B-787EE1528540}" dt="2026-09-30T18:11:29.817" v="1708" actId="478"/>
          <ac:spMkLst>
            <pc:docMk/>
            <pc:sldMk cId="1921800444" sldId="278"/>
            <ac:spMk id="11" creationId="{463AE348-FF9C-094B-31C9-092F747FF823}"/>
          </ac:spMkLst>
        </pc:spChg>
        <pc:spChg chg="del">
          <ac:chgData name="Renan Xavier Cortes" userId="d6af805853004405" providerId="LiveId" clId="{32CE5F03-9B31-4102-A03B-787EE1528540}" dt="2026-09-30T18:11:32.786" v="1709" actId="478"/>
          <ac:spMkLst>
            <pc:docMk/>
            <pc:sldMk cId="1921800444" sldId="278"/>
            <ac:spMk id="12" creationId="{E8C7AD1B-2FCE-2932-CAB2-FFF8012D7F25}"/>
          </ac:spMkLst>
        </pc:spChg>
        <pc:spChg chg="del">
          <ac:chgData name="Renan Xavier Cortes" userId="d6af805853004405" providerId="LiveId" clId="{32CE5F03-9B31-4102-A03B-787EE1528540}" dt="2026-09-30T18:11:40.294" v="1712" actId="478"/>
          <ac:spMkLst>
            <pc:docMk/>
            <pc:sldMk cId="1921800444" sldId="278"/>
            <ac:spMk id="13" creationId="{188B4642-779A-5D9F-A48A-05401DD39358}"/>
          </ac:spMkLst>
        </pc:spChg>
        <pc:spChg chg="add mod">
          <ac:chgData name="Renan Xavier Cortes" userId="d6af805853004405" providerId="LiveId" clId="{32CE5F03-9B31-4102-A03B-787EE1528540}" dt="2026-09-30T18:14:47.213" v="1846" actId="122"/>
          <ac:spMkLst>
            <pc:docMk/>
            <pc:sldMk cId="1921800444" sldId="278"/>
            <ac:spMk id="15" creationId="{F866C2C7-F83C-0C53-9473-159DD068B21A}"/>
          </ac:spMkLst>
        </pc:spChg>
        <pc:graphicFrameChg chg="del">
          <ac:chgData name="Renan Xavier Cortes" userId="d6af805853004405" providerId="LiveId" clId="{32CE5F03-9B31-4102-A03B-787EE1528540}" dt="2026-09-30T18:11:26.899" v="1705" actId="478"/>
          <ac:graphicFrameMkLst>
            <pc:docMk/>
            <pc:sldMk cId="1921800444" sldId="278"/>
            <ac:graphicFrameMk id="6" creationId="{58EE9A4A-D221-8BD1-EC89-B091240DADA6}"/>
          </ac:graphicFrameMkLst>
        </pc:graphicFrameChg>
        <pc:picChg chg="add mod">
          <ac:chgData name="Renan Xavier Cortes" userId="d6af805853004405" providerId="LiveId" clId="{32CE5F03-9B31-4102-A03B-787EE1528540}" dt="2026-09-30T18:14:17.047" v="1842" actId="1076"/>
          <ac:picMkLst>
            <pc:docMk/>
            <pc:sldMk cId="1921800444" sldId="278"/>
            <ac:picMk id="3074" creationId="{496D2546-4354-68C6-EAA2-03111C34F4D9}"/>
          </ac:picMkLst>
        </pc:picChg>
      </pc:sldChg>
    </pc:docChg>
  </pc:docChgLst>
  <pc:docChgLst>
    <pc:chgData name="Renan Xavier Cortes" userId="d6af805853004405" providerId="LiveId" clId="{212BA557-4780-4474-BA67-C155C1354E75}"/>
    <pc:docChg chg="custSel addSld modSld">
      <pc:chgData name="Renan Xavier Cortes" userId="d6af805853004405" providerId="LiveId" clId="{212BA557-4780-4474-BA67-C155C1354E75}" dt="2026-01-26T15:01:38.670" v="181" actId="1076"/>
      <pc:docMkLst>
        <pc:docMk/>
      </pc:docMkLst>
      <pc:sldChg chg="delSp modSp add mod">
        <pc:chgData name="Renan Xavier Cortes" userId="d6af805853004405" providerId="LiveId" clId="{212BA557-4780-4474-BA67-C155C1354E75}" dt="2026-01-26T15:01:38.670" v="181" actId="1076"/>
        <pc:sldMkLst>
          <pc:docMk/>
          <pc:sldMk cId="1515360493" sldId="288"/>
        </pc:sldMkLst>
        <pc:spChg chg="mod">
          <ac:chgData name="Renan Xavier Cortes" userId="d6af805853004405" providerId="LiveId" clId="{212BA557-4780-4474-BA67-C155C1354E75}" dt="2026-01-26T15:01:38.670" v="181" actId="1076"/>
          <ac:spMkLst>
            <pc:docMk/>
            <pc:sldMk cId="1515360493" sldId="288"/>
            <ac:spMk id="4" creationId="{4B84190D-BF19-CEFE-E86D-F0B0EBBA7C0B}"/>
          </ac:spMkLst>
        </pc:spChg>
        <pc:spChg chg="mod">
          <ac:chgData name="Renan Xavier Cortes" userId="d6af805853004405" providerId="LiveId" clId="{212BA557-4780-4474-BA67-C155C1354E75}" dt="2026-01-22T13:30:12.805" v="25" actId="20577"/>
          <ac:spMkLst>
            <pc:docMk/>
            <pc:sldMk cId="1515360493" sldId="288"/>
            <ac:spMk id="8" creationId="{39AE06C5-34BE-4D68-97C3-4C07702C2DF6}"/>
          </ac:spMkLst>
        </pc:spChg>
        <pc:picChg chg="del">
          <ac:chgData name="Renan Xavier Cortes" userId="d6af805853004405" providerId="LiveId" clId="{212BA557-4780-4474-BA67-C155C1354E75}" dt="2026-01-22T13:30:15.241" v="26" actId="478"/>
          <ac:picMkLst>
            <pc:docMk/>
            <pc:sldMk cId="1515360493" sldId="288"/>
            <ac:picMk id="6" creationId="{96B5210F-1605-9FC7-8E4A-D66BA6A8C835}"/>
          </ac:picMkLst>
        </pc:picChg>
      </pc:sldChg>
    </pc:docChg>
  </pc:docChgLst>
  <pc:docChgLst>
    <pc:chgData name="Renan Xavier Cortes" userId="d6af805853004405" providerId="LiveId" clId="{DD4EF9CF-6574-4471-A21D-3BB24D0401B4}"/>
    <pc:docChg chg="undo custSel addSld delSld modSld sldOrd">
      <pc:chgData name="Renan Xavier Cortes" userId="d6af805853004405" providerId="LiveId" clId="{DD4EF9CF-6574-4471-A21D-3BB24D0401B4}" dt="2026-03-03T17:07:11.099" v="1533" actId="108"/>
      <pc:docMkLst>
        <pc:docMk/>
      </pc:docMkLst>
      <pc:sldChg chg="addSp delSp modSp mod modAnim">
        <pc:chgData name="Renan Xavier Cortes" userId="d6af805853004405" providerId="LiveId" clId="{DD4EF9CF-6574-4471-A21D-3BB24D0401B4}" dt="2026-02-27T19:57:54.608" v="292" actId="113"/>
        <pc:sldMkLst>
          <pc:docMk/>
          <pc:sldMk cId="2921823341" sldId="260"/>
        </pc:sldMkLst>
        <pc:spChg chg="add mod">
          <ac:chgData name="Renan Xavier Cortes" userId="d6af805853004405" providerId="LiveId" clId="{DD4EF9CF-6574-4471-A21D-3BB24D0401B4}" dt="2026-02-27T19:57:54.608" v="292" actId="113"/>
          <ac:spMkLst>
            <pc:docMk/>
            <pc:sldMk cId="2921823341" sldId="260"/>
            <ac:spMk id="4" creationId="{215F603E-0960-D36D-0ABA-78F8C93CFA77}"/>
          </ac:spMkLst>
        </pc:spChg>
        <pc:spChg chg="add mod">
          <ac:chgData name="Renan Xavier Cortes" userId="d6af805853004405" providerId="LiveId" clId="{DD4EF9CF-6574-4471-A21D-3BB24D0401B4}" dt="2026-02-27T19:57:41.557" v="288" actId="1076"/>
          <ac:spMkLst>
            <pc:docMk/>
            <pc:sldMk cId="2921823341" sldId="260"/>
            <ac:spMk id="5" creationId="{69970046-49A2-6146-7770-02569E439BFD}"/>
          </ac:spMkLst>
        </pc:spChg>
        <pc:spChg chg="del">
          <ac:chgData name="Renan Xavier Cortes" userId="d6af805853004405" providerId="LiveId" clId="{DD4EF9CF-6574-4471-A21D-3BB24D0401B4}" dt="2026-02-27T19:57:23.115" v="283" actId="478"/>
          <ac:spMkLst>
            <pc:docMk/>
            <pc:sldMk cId="2921823341" sldId="260"/>
            <ac:spMk id="14" creationId="{427DBFEB-81BF-4CC3-A411-FBF43D295C56}"/>
          </ac:spMkLst>
        </pc:spChg>
      </pc:sldChg>
      <pc:sldChg chg="modSp mod">
        <pc:chgData name="Renan Xavier Cortes" userId="d6af805853004405" providerId="LiveId" clId="{DD4EF9CF-6574-4471-A21D-3BB24D0401B4}" dt="2026-02-27T20:20:06.782" v="714" actId="20577"/>
        <pc:sldMkLst>
          <pc:docMk/>
          <pc:sldMk cId="2121898900" sldId="261"/>
        </pc:sldMkLst>
        <pc:spChg chg="mod">
          <ac:chgData name="Renan Xavier Cortes" userId="d6af805853004405" providerId="LiveId" clId="{DD4EF9CF-6574-4471-A21D-3BB24D0401B4}" dt="2026-02-27T20:20:06.782" v="714" actId="20577"/>
          <ac:spMkLst>
            <pc:docMk/>
            <pc:sldMk cId="2121898900" sldId="261"/>
            <ac:spMk id="14" creationId="{427DBFEB-81BF-4CC3-A411-FBF43D295C56}"/>
          </ac:spMkLst>
        </pc:spChg>
      </pc:sldChg>
      <pc:sldChg chg="modSp mod modAnim">
        <pc:chgData name="Renan Xavier Cortes" userId="d6af805853004405" providerId="LiveId" clId="{DD4EF9CF-6574-4471-A21D-3BB24D0401B4}" dt="2026-02-27T20:30:21.752" v="756" actId="1076"/>
        <pc:sldMkLst>
          <pc:docMk/>
          <pc:sldMk cId="2689213611" sldId="262"/>
        </pc:sldMkLst>
        <pc:spChg chg="mod">
          <ac:chgData name="Renan Xavier Cortes" userId="d6af805853004405" providerId="LiveId" clId="{DD4EF9CF-6574-4471-A21D-3BB24D0401B4}" dt="2026-02-27T20:30:03.923" v="753" actId="14100"/>
          <ac:spMkLst>
            <pc:docMk/>
            <pc:sldMk cId="2689213611" sldId="262"/>
            <ac:spMk id="14" creationId="{427DBFEB-81BF-4CC3-A411-FBF43D295C56}"/>
          </ac:spMkLst>
        </pc:spChg>
        <pc:picChg chg="mod">
          <ac:chgData name="Renan Xavier Cortes" userId="d6af805853004405" providerId="LiveId" clId="{DD4EF9CF-6574-4471-A21D-3BB24D0401B4}" dt="2026-02-27T20:30:21.752" v="756" actId="1076"/>
          <ac:picMkLst>
            <pc:docMk/>
            <pc:sldMk cId="2689213611" sldId="262"/>
            <ac:picMk id="1026" creationId="{3AF06A5C-D23B-2668-9192-9EBD3941659A}"/>
          </ac:picMkLst>
        </pc:picChg>
      </pc:sldChg>
      <pc:sldChg chg="addSp delSp modSp mod ord delAnim modAnim">
        <pc:chgData name="Renan Xavier Cortes" userId="d6af805853004405" providerId="LiveId" clId="{DD4EF9CF-6574-4471-A21D-3BB24D0401B4}" dt="2026-02-28T16:44:49.066" v="1464"/>
        <pc:sldMkLst>
          <pc:docMk/>
          <pc:sldMk cId="1495373715" sldId="263"/>
        </pc:sldMkLst>
        <pc:spChg chg="add del mod">
          <ac:chgData name="Renan Xavier Cortes" userId="d6af805853004405" providerId="LiveId" clId="{DD4EF9CF-6574-4471-A21D-3BB24D0401B4}" dt="2026-02-27T20:31:33.113" v="773" actId="478"/>
          <ac:spMkLst>
            <pc:docMk/>
            <pc:sldMk cId="1495373715" sldId="263"/>
            <ac:spMk id="4" creationId="{04FE27B3-BAA3-7BD3-C30D-612FB32BFFCC}"/>
          </ac:spMkLst>
        </pc:spChg>
        <pc:spChg chg="del">
          <ac:chgData name="Renan Xavier Cortes" userId="d6af805853004405" providerId="LiveId" clId="{DD4EF9CF-6574-4471-A21D-3BB24D0401B4}" dt="2026-02-27T20:33:37.559" v="945" actId="478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DD4EF9CF-6574-4471-A21D-3BB24D0401B4}" dt="2026-02-28T16:38:21.736" v="1417" actId="20577"/>
          <ac:spMkLst>
            <pc:docMk/>
            <pc:sldMk cId="1495373715" sldId="263"/>
            <ac:spMk id="8" creationId="{39AE06C5-34BE-4D68-97C3-4C07702C2DF6}"/>
          </ac:spMkLst>
        </pc:spChg>
        <pc:spChg chg="add mod">
          <ac:chgData name="Renan Xavier Cortes" userId="d6af805853004405" providerId="LiveId" clId="{DD4EF9CF-6574-4471-A21D-3BB24D0401B4}" dt="2026-02-27T20:34:32.679" v="1051" actId="1076"/>
          <ac:spMkLst>
            <pc:docMk/>
            <pc:sldMk cId="1495373715" sldId="263"/>
            <ac:spMk id="9" creationId="{444D4556-FDED-9A8C-50BB-CB4FC89FBF18}"/>
          </ac:spMkLst>
        </pc:spChg>
        <pc:spChg chg="add mod">
          <ac:chgData name="Renan Xavier Cortes" userId="d6af805853004405" providerId="LiveId" clId="{DD4EF9CF-6574-4471-A21D-3BB24D0401B4}" dt="2026-02-27T20:34:41.556" v="1054" actId="1076"/>
          <ac:spMkLst>
            <pc:docMk/>
            <pc:sldMk cId="1495373715" sldId="263"/>
            <ac:spMk id="10" creationId="{D4743F8A-0FBD-FFB1-7691-4655653FAC16}"/>
          </ac:spMkLst>
        </pc:spChg>
        <pc:picChg chg="del">
          <ac:chgData name="Renan Xavier Cortes" userId="d6af805853004405" providerId="LiveId" clId="{DD4EF9CF-6574-4471-A21D-3BB24D0401B4}" dt="2026-02-27T20:31:13.667" v="758" actId="478"/>
          <ac:picMkLst>
            <pc:docMk/>
            <pc:sldMk cId="1495373715" sldId="263"/>
            <ac:picMk id="5" creationId="{99503125-E213-E8F6-DAF3-BEC6F775BCC7}"/>
          </ac:picMkLst>
        </pc:picChg>
      </pc:sldChg>
      <pc:sldChg chg="modAnim">
        <pc:chgData name="Renan Xavier Cortes" userId="d6af805853004405" providerId="LiveId" clId="{DD4EF9CF-6574-4471-A21D-3BB24D0401B4}" dt="2026-02-18T18:21:18.803" v="222"/>
        <pc:sldMkLst>
          <pc:docMk/>
          <pc:sldMk cId="612877480" sldId="264"/>
        </pc:sldMkLst>
      </pc:sldChg>
      <pc:sldChg chg="modAnim">
        <pc:chgData name="Renan Xavier Cortes" userId="d6af805853004405" providerId="LiveId" clId="{DD4EF9CF-6574-4471-A21D-3BB24D0401B4}" dt="2026-02-18T18:21:48.312" v="225"/>
        <pc:sldMkLst>
          <pc:docMk/>
          <pc:sldMk cId="607923279" sldId="265"/>
        </pc:sldMkLst>
      </pc:sldChg>
      <pc:sldChg chg="modSp mod">
        <pc:chgData name="Renan Xavier Cortes" userId="d6af805853004405" providerId="LiveId" clId="{DD4EF9CF-6574-4471-A21D-3BB24D0401B4}" dt="2026-02-27T20:56:10.645" v="1139" actId="1076"/>
        <pc:sldMkLst>
          <pc:docMk/>
          <pc:sldMk cId="4060517312" sldId="268"/>
        </pc:sldMkLst>
        <pc:spChg chg="mod">
          <ac:chgData name="Renan Xavier Cortes" userId="d6af805853004405" providerId="LiveId" clId="{DD4EF9CF-6574-4471-A21D-3BB24D0401B4}" dt="2026-02-27T20:56:10.645" v="1139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DD4EF9CF-6574-4471-A21D-3BB24D0401B4}" dt="2026-02-27T20:55:53.683" v="1133" actId="20577"/>
          <ac:spMkLst>
            <pc:docMk/>
            <pc:sldMk cId="4060517312" sldId="268"/>
            <ac:spMk id="8" creationId="{39AE06C5-34BE-4D68-97C3-4C07702C2DF6}"/>
          </ac:spMkLst>
        </pc:spChg>
      </pc:sldChg>
      <pc:sldChg chg="addSp modSp mod">
        <pc:chgData name="Renan Xavier Cortes" userId="d6af805853004405" providerId="LiveId" clId="{DD4EF9CF-6574-4471-A21D-3BB24D0401B4}" dt="2026-02-27T21:12:36.216" v="1408" actId="1076"/>
        <pc:sldMkLst>
          <pc:docMk/>
          <pc:sldMk cId="2280539132" sldId="269"/>
        </pc:sldMkLst>
        <pc:spChg chg="add mod">
          <ac:chgData name="Renan Xavier Cortes" userId="d6af805853004405" providerId="LiveId" clId="{DD4EF9CF-6574-4471-A21D-3BB24D0401B4}" dt="2026-02-27T21:12:36.216" v="1408" actId="1076"/>
          <ac:spMkLst>
            <pc:docMk/>
            <pc:sldMk cId="2280539132" sldId="269"/>
            <ac:spMk id="5" creationId="{D23AED29-B560-0A6A-45AF-EE0AC78C3714}"/>
          </ac:spMkLst>
        </pc:spChg>
      </pc:sldChg>
      <pc:sldChg chg="addSp delSp modSp mod">
        <pc:chgData name="Renan Xavier Cortes" userId="d6af805853004405" providerId="LiveId" clId="{DD4EF9CF-6574-4471-A21D-3BB24D0401B4}" dt="2026-02-27T21:08:16.852" v="1269"/>
        <pc:sldMkLst>
          <pc:docMk/>
          <pc:sldMk cId="2090754589" sldId="274"/>
        </pc:sldMkLst>
        <pc:spChg chg="add mod">
          <ac:chgData name="Renan Xavier Cortes" userId="d6af805853004405" providerId="LiveId" clId="{DD4EF9CF-6574-4471-A21D-3BB24D0401B4}" dt="2026-02-27T21:08:16.852" v="1269"/>
          <ac:spMkLst>
            <pc:docMk/>
            <pc:sldMk cId="2090754589" sldId="274"/>
            <ac:spMk id="6" creationId="{8B78223B-FFA9-9039-8F12-FC0EC9F07CC1}"/>
          </ac:spMkLst>
        </pc:spChg>
        <pc:spChg chg="del">
          <ac:chgData name="Renan Xavier Cortes" userId="d6af805853004405" providerId="LiveId" clId="{DD4EF9CF-6574-4471-A21D-3BB24D0401B4}" dt="2026-02-27T21:08:16.539" v="1268" actId="478"/>
          <ac:spMkLst>
            <pc:docMk/>
            <pc:sldMk cId="2090754589" sldId="274"/>
            <ac:spMk id="8" creationId="{39AE06C5-34BE-4D68-97C3-4C07702C2DF6}"/>
          </ac:spMkLst>
        </pc:spChg>
      </pc:sldChg>
      <pc:sldChg chg="addSp delSp modSp mod">
        <pc:chgData name="Renan Xavier Cortes" userId="d6af805853004405" providerId="LiveId" clId="{DD4EF9CF-6574-4471-A21D-3BB24D0401B4}" dt="2026-02-27T21:08:22.800" v="1271"/>
        <pc:sldMkLst>
          <pc:docMk/>
          <pc:sldMk cId="3791482239" sldId="275"/>
        </pc:sldMkLst>
        <pc:spChg chg="add mod">
          <ac:chgData name="Renan Xavier Cortes" userId="d6af805853004405" providerId="LiveId" clId="{DD4EF9CF-6574-4471-A21D-3BB24D0401B4}" dt="2026-02-27T21:08:22.800" v="1271"/>
          <ac:spMkLst>
            <pc:docMk/>
            <pc:sldMk cId="3791482239" sldId="275"/>
            <ac:spMk id="6" creationId="{677C5DF2-42E3-25E6-665A-6DFD1CB66947}"/>
          </ac:spMkLst>
        </pc:spChg>
        <pc:spChg chg="del">
          <ac:chgData name="Renan Xavier Cortes" userId="d6af805853004405" providerId="LiveId" clId="{DD4EF9CF-6574-4471-A21D-3BB24D0401B4}" dt="2026-02-27T21:08:22.536" v="1270" actId="478"/>
          <ac:spMkLst>
            <pc:docMk/>
            <pc:sldMk cId="3791482239" sldId="275"/>
            <ac:spMk id="8" creationId="{39AE06C5-34BE-4D68-97C3-4C07702C2DF6}"/>
          </ac:spMkLst>
        </pc:spChg>
      </pc:sldChg>
      <pc:sldChg chg="modSp del mod">
        <pc:chgData name="Renan Xavier Cortes" userId="d6af805853004405" providerId="LiveId" clId="{DD4EF9CF-6574-4471-A21D-3BB24D0401B4}" dt="2026-02-27T21:07:49.450" v="1267" actId="47"/>
        <pc:sldMkLst>
          <pc:docMk/>
          <pc:sldMk cId="3446963972" sldId="276"/>
        </pc:sldMkLst>
        <pc:spChg chg="mod">
          <ac:chgData name="Renan Xavier Cortes" userId="d6af805853004405" providerId="LiveId" clId="{DD4EF9CF-6574-4471-A21D-3BB24D0401B4}" dt="2026-02-18T18:23:27.953" v="281" actId="20577"/>
          <ac:spMkLst>
            <pc:docMk/>
            <pc:sldMk cId="3446963972" sldId="276"/>
            <ac:spMk id="4" creationId="{4B84190D-BF19-CEFE-E86D-F0B0EBBA7C0B}"/>
          </ac:spMkLst>
        </pc:spChg>
      </pc:sldChg>
      <pc:sldChg chg="del">
        <pc:chgData name="Renan Xavier Cortes" userId="d6af805853004405" providerId="LiveId" clId="{DD4EF9CF-6574-4471-A21D-3BB24D0401B4}" dt="2026-02-27T21:07:49.450" v="1267" actId="47"/>
        <pc:sldMkLst>
          <pc:docMk/>
          <pc:sldMk cId="3536810104" sldId="277"/>
        </pc:sldMkLst>
      </pc:sldChg>
      <pc:sldChg chg="del">
        <pc:chgData name="Renan Xavier Cortes" userId="d6af805853004405" providerId="LiveId" clId="{DD4EF9CF-6574-4471-A21D-3BB24D0401B4}" dt="2026-02-27T21:07:49.450" v="1267" actId="47"/>
        <pc:sldMkLst>
          <pc:docMk/>
          <pc:sldMk cId="3805335353" sldId="278"/>
        </pc:sldMkLst>
      </pc:sldChg>
      <pc:sldChg chg="modSp mod">
        <pc:chgData name="Renan Xavier Cortes" userId="d6af805853004405" providerId="LiveId" clId="{DD4EF9CF-6574-4471-A21D-3BB24D0401B4}" dt="2026-03-03T17:07:11.099" v="1533" actId="108"/>
        <pc:sldMkLst>
          <pc:docMk/>
          <pc:sldMk cId="1515360493" sldId="288"/>
        </pc:sldMkLst>
        <pc:spChg chg="mod">
          <ac:chgData name="Renan Xavier Cortes" userId="d6af805853004405" providerId="LiveId" clId="{DD4EF9CF-6574-4471-A21D-3BB24D0401B4}" dt="2026-03-03T17:07:11.099" v="1533" actId="108"/>
          <ac:spMkLst>
            <pc:docMk/>
            <pc:sldMk cId="1515360493" sldId="288"/>
            <ac:spMk id="4" creationId="{4B84190D-BF19-CEFE-E86D-F0B0EBBA7C0B}"/>
          </ac:spMkLst>
        </pc:spChg>
      </pc:sldChg>
      <pc:sldChg chg="addSp delSp modSp add mod">
        <pc:chgData name="Renan Xavier Cortes" userId="d6af805853004405" providerId="LiveId" clId="{DD4EF9CF-6574-4471-A21D-3BB24D0401B4}" dt="2026-02-08T19:00:42.580" v="195" actId="20577"/>
        <pc:sldMkLst>
          <pc:docMk/>
          <pc:sldMk cId="3574790688" sldId="289"/>
        </pc:sldMkLst>
        <pc:spChg chg="mod">
          <ac:chgData name="Renan Xavier Cortes" userId="d6af805853004405" providerId="LiveId" clId="{DD4EF9CF-6574-4471-A21D-3BB24D0401B4}" dt="2026-02-08T19:00:42.580" v="195" actId="20577"/>
          <ac:spMkLst>
            <pc:docMk/>
            <pc:sldMk cId="3574790688" sldId="289"/>
            <ac:spMk id="4" creationId="{4B84190D-BF19-CEFE-E86D-F0B0EBBA7C0B}"/>
          </ac:spMkLst>
        </pc:spChg>
        <pc:spChg chg="del">
          <ac:chgData name="Renan Xavier Cortes" userId="d6af805853004405" providerId="LiveId" clId="{DD4EF9CF-6574-4471-A21D-3BB24D0401B4}" dt="2026-02-08T18:58:47.937" v="4" actId="478"/>
          <ac:spMkLst>
            <pc:docMk/>
            <pc:sldMk cId="3574790688" sldId="289"/>
            <ac:spMk id="10" creationId="{2B1F81A8-3F77-3D25-0D91-989260BBD806}"/>
          </ac:spMkLst>
        </pc:spChg>
        <pc:spChg chg="del">
          <ac:chgData name="Renan Xavier Cortes" userId="d6af805853004405" providerId="LiveId" clId="{DD4EF9CF-6574-4471-A21D-3BB24D0401B4}" dt="2026-02-08T18:58:47.409" v="3" actId="478"/>
          <ac:spMkLst>
            <pc:docMk/>
            <pc:sldMk cId="3574790688" sldId="289"/>
            <ac:spMk id="11" creationId="{ACBE2905-AC6C-0446-21C0-36CE2B864BA5}"/>
          </ac:spMkLst>
        </pc:spChg>
        <pc:picChg chg="add mod">
          <ac:chgData name="Renan Xavier Cortes" userId="d6af805853004405" providerId="LiveId" clId="{DD4EF9CF-6574-4471-A21D-3BB24D0401B4}" dt="2026-02-08T19:00:27.539" v="192" actId="1076"/>
          <ac:picMkLst>
            <pc:docMk/>
            <pc:sldMk cId="3574790688" sldId="289"/>
            <ac:picMk id="6" creationId="{E74464E9-1C55-80B1-C846-1C44D00D4C09}"/>
          </ac:picMkLst>
        </pc:picChg>
        <pc:picChg chg="del">
          <ac:chgData name="Renan Xavier Cortes" userId="d6af805853004405" providerId="LiveId" clId="{DD4EF9CF-6574-4471-A21D-3BB24D0401B4}" dt="2026-02-08T18:58:45.366" v="1" actId="478"/>
          <ac:picMkLst>
            <pc:docMk/>
            <pc:sldMk cId="3574790688" sldId="289"/>
            <ac:picMk id="9" creationId="{61539A83-FA7C-7AD1-70FB-ECE4DD84D297}"/>
          </ac:picMkLst>
        </pc:picChg>
        <pc:picChg chg="del">
          <ac:chgData name="Renan Xavier Cortes" userId="d6af805853004405" providerId="LiveId" clId="{DD4EF9CF-6574-4471-A21D-3BB24D0401B4}" dt="2026-02-08T18:58:45.906" v="2" actId="478"/>
          <ac:picMkLst>
            <pc:docMk/>
            <pc:sldMk cId="3574790688" sldId="289"/>
            <ac:picMk id="13" creationId="{40652A95-1D6F-2C91-CA10-BBD91EE6FCD5}"/>
          </ac:picMkLst>
        </pc:picChg>
      </pc:sldChg>
      <pc:sldChg chg="addSp delSp modSp add mod">
        <pc:chgData name="Renan Xavier Cortes" userId="d6af805853004405" providerId="LiveId" clId="{DD4EF9CF-6574-4471-A21D-3BB24D0401B4}" dt="2026-02-08T19:01:06.757" v="199" actId="1076"/>
        <pc:sldMkLst>
          <pc:docMk/>
          <pc:sldMk cId="2410958212" sldId="290"/>
        </pc:sldMkLst>
        <pc:picChg chg="del">
          <ac:chgData name="Renan Xavier Cortes" userId="d6af805853004405" providerId="LiveId" clId="{DD4EF9CF-6574-4471-A21D-3BB24D0401B4}" dt="2026-02-08T19:01:02.121" v="197" actId="478"/>
          <ac:picMkLst>
            <pc:docMk/>
            <pc:sldMk cId="2410958212" sldId="290"/>
            <ac:picMk id="6" creationId="{E74464E9-1C55-80B1-C846-1C44D00D4C09}"/>
          </ac:picMkLst>
        </pc:picChg>
        <pc:picChg chg="add mod">
          <ac:chgData name="Renan Xavier Cortes" userId="d6af805853004405" providerId="LiveId" clId="{DD4EF9CF-6574-4471-A21D-3BB24D0401B4}" dt="2026-02-08T19:01:06.757" v="199" actId="1076"/>
          <ac:picMkLst>
            <pc:docMk/>
            <pc:sldMk cId="2410958212" sldId="290"/>
            <ac:picMk id="9" creationId="{1E2BA45E-C22A-5EBC-EE35-C1BE4A9D8F6C}"/>
          </ac:picMkLst>
        </pc:picChg>
      </pc:sldChg>
      <pc:sldChg chg="modSp add mod">
        <pc:chgData name="Renan Xavier Cortes" userId="d6af805853004405" providerId="LiveId" clId="{DD4EF9CF-6574-4471-A21D-3BB24D0401B4}" dt="2026-02-27T19:58:42.902" v="297" actId="1076"/>
        <pc:sldMkLst>
          <pc:docMk/>
          <pc:sldMk cId="1909320916" sldId="291"/>
        </pc:sldMkLst>
        <pc:spChg chg="mod">
          <ac:chgData name="Renan Xavier Cortes" userId="d6af805853004405" providerId="LiveId" clId="{DD4EF9CF-6574-4471-A21D-3BB24D0401B4}" dt="2026-02-27T19:58:42.902" v="297" actId="1076"/>
          <ac:spMkLst>
            <pc:docMk/>
            <pc:sldMk cId="1909320916" sldId="291"/>
            <ac:spMk id="14" creationId="{427DBFEB-81BF-4CC3-A411-FBF43D295C56}"/>
          </ac:spMkLst>
        </pc:spChg>
      </pc:sldChg>
      <pc:sldChg chg="addSp delSp modSp add mod ord delAnim modAnim">
        <pc:chgData name="Renan Xavier Cortes" userId="d6af805853004405" providerId="LiveId" clId="{DD4EF9CF-6574-4471-A21D-3BB24D0401B4}" dt="2026-02-27T20:25:04.830" v="747"/>
        <pc:sldMkLst>
          <pc:docMk/>
          <pc:sldMk cId="671435520" sldId="292"/>
        </pc:sldMkLst>
        <pc:spChg chg="del">
          <ac:chgData name="Renan Xavier Cortes" userId="d6af805853004405" providerId="LiveId" clId="{DD4EF9CF-6574-4471-A21D-3BB24D0401B4}" dt="2026-02-27T20:23:16.093" v="717" actId="478"/>
          <ac:spMkLst>
            <pc:docMk/>
            <pc:sldMk cId="671435520" sldId="292"/>
            <ac:spMk id="4" creationId="{215F603E-0960-D36D-0ABA-78F8C93CFA77}"/>
          </ac:spMkLst>
        </pc:spChg>
        <pc:spChg chg="del">
          <ac:chgData name="Renan Xavier Cortes" userId="d6af805853004405" providerId="LiveId" clId="{DD4EF9CF-6574-4471-A21D-3BB24D0401B4}" dt="2026-02-27T20:23:14.774" v="716" actId="478"/>
          <ac:spMkLst>
            <pc:docMk/>
            <pc:sldMk cId="671435520" sldId="292"/>
            <ac:spMk id="5" creationId="{69970046-49A2-6146-7770-02569E439BFD}"/>
          </ac:spMkLst>
        </pc:spChg>
        <pc:spChg chg="add mod">
          <ac:chgData name="Renan Xavier Cortes" userId="d6af805853004405" providerId="LiveId" clId="{DD4EF9CF-6574-4471-A21D-3BB24D0401B4}" dt="2026-02-27T20:24:49.318" v="745" actId="1076"/>
          <ac:spMkLst>
            <pc:docMk/>
            <pc:sldMk cId="671435520" sldId="292"/>
            <ac:spMk id="6" creationId="{3FE48A2F-1BFF-6BE1-2C29-9D41451E5DE1}"/>
          </ac:spMkLst>
        </pc:spChg>
        <pc:spChg chg="add del mod">
          <ac:chgData name="Renan Xavier Cortes" userId="d6af805853004405" providerId="LiveId" clId="{DD4EF9CF-6574-4471-A21D-3BB24D0401B4}" dt="2026-02-27T20:24:26.978" v="738" actId="478"/>
          <ac:spMkLst>
            <pc:docMk/>
            <pc:sldMk cId="671435520" sldId="292"/>
            <ac:spMk id="9" creationId="{AC40DC3C-517A-3556-913F-805D2309FCBF}"/>
          </ac:spMkLst>
        </pc:spChg>
        <pc:spChg chg="add mod">
          <ac:chgData name="Renan Xavier Cortes" userId="d6af805853004405" providerId="LiveId" clId="{DD4EF9CF-6574-4471-A21D-3BB24D0401B4}" dt="2026-02-27T20:24:49.318" v="745" actId="1076"/>
          <ac:spMkLst>
            <pc:docMk/>
            <pc:sldMk cId="671435520" sldId="292"/>
            <ac:spMk id="10" creationId="{3252915E-5AFD-EFAC-13D6-617591F7B2CD}"/>
          </ac:spMkLst>
        </pc:spChg>
      </pc:sldChg>
      <pc:sldChg chg="add">
        <pc:chgData name="Renan Xavier Cortes" userId="d6af805853004405" providerId="LiveId" clId="{DD4EF9CF-6574-4471-A21D-3BB24D0401B4}" dt="2026-02-27T20:30:44.809" v="757"/>
        <pc:sldMkLst>
          <pc:docMk/>
          <pc:sldMk cId="3390593341" sldId="293"/>
        </pc:sldMkLst>
      </pc:sldChg>
      <pc:sldChg chg="addSp delSp modSp add mod">
        <pc:chgData name="Renan Xavier Cortes" userId="d6af805853004405" providerId="LiveId" clId="{DD4EF9CF-6574-4471-A21D-3BB24D0401B4}" dt="2026-02-27T20:59:52.863" v="1189"/>
        <pc:sldMkLst>
          <pc:docMk/>
          <pc:sldMk cId="3081690068" sldId="294"/>
        </pc:sldMkLst>
        <pc:spChg chg="del">
          <ac:chgData name="Renan Xavier Cortes" userId="d6af805853004405" providerId="LiveId" clId="{DD4EF9CF-6574-4471-A21D-3BB24D0401B4}" dt="2026-02-27T20:54:13.156" v="1061" actId="478"/>
          <ac:spMkLst>
            <pc:docMk/>
            <pc:sldMk cId="3081690068" sldId="294"/>
            <ac:spMk id="4" creationId="{4B84190D-BF19-CEFE-E86D-F0B0EBBA7C0B}"/>
          </ac:spMkLst>
        </pc:spChg>
        <pc:spChg chg="del">
          <ac:chgData name="Renan Xavier Cortes" userId="d6af805853004405" providerId="LiveId" clId="{DD4EF9CF-6574-4471-A21D-3BB24D0401B4}" dt="2026-02-27T20:58:35.418" v="1148" actId="478"/>
          <ac:spMkLst>
            <pc:docMk/>
            <pc:sldMk cId="3081690068" sldId="294"/>
            <ac:spMk id="8" creationId="{39AE06C5-34BE-4D68-97C3-4C07702C2DF6}"/>
          </ac:spMkLst>
        </pc:spChg>
        <pc:spChg chg="add mod">
          <ac:chgData name="Renan Xavier Cortes" userId="d6af805853004405" providerId="LiveId" clId="{DD4EF9CF-6574-4471-A21D-3BB24D0401B4}" dt="2026-02-27T20:58:35.672" v="1149"/>
          <ac:spMkLst>
            <pc:docMk/>
            <pc:sldMk cId="3081690068" sldId="294"/>
            <ac:spMk id="9" creationId="{3EC54B89-8FFD-E403-5EB1-9FEA5853083E}"/>
          </ac:spMkLst>
        </pc:spChg>
        <pc:spChg chg="add mod">
          <ac:chgData name="Renan Xavier Cortes" userId="d6af805853004405" providerId="LiveId" clId="{DD4EF9CF-6574-4471-A21D-3BB24D0401B4}" dt="2026-02-27T20:59:52.863" v="1189"/>
          <ac:spMkLst>
            <pc:docMk/>
            <pc:sldMk cId="3081690068" sldId="294"/>
            <ac:spMk id="10" creationId="{DEDE01B5-C0B2-52A8-F264-C97C34C55A4C}"/>
          </ac:spMkLst>
        </pc:spChg>
        <pc:picChg chg="add mod">
          <ac:chgData name="Renan Xavier Cortes" userId="d6af805853004405" providerId="LiveId" clId="{DD4EF9CF-6574-4471-A21D-3BB24D0401B4}" dt="2026-02-27T20:58:29.468" v="1147" actId="1076"/>
          <ac:picMkLst>
            <pc:docMk/>
            <pc:sldMk cId="3081690068" sldId="294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0:59:50.280" v="1188" actId="1076"/>
        <pc:sldMkLst>
          <pc:docMk/>
          <pc:sldMk cId="1384777534" sldId="295"/>
        </pc:sldMkLst>
        <pc:spChg chg="del">
          <ac:chgData name="Renan Xavier Cortes" userId="d6af805853004405" providerId="LiveId" clId="{DD4EF9CF-6574-4471-A21D-3BB24D0401B4}" dt="2026-02-27T20:56:29.670" v="1141" actId="478"/>
          <ac:spMkLst>
            <pc:docMk/>
            <pc:sldMk cId="1384777534" sldId="295"/>
            <ac:spMk id="4" creationId="{4B84190D-BF19-CEFE-E86D-F0B0EBBA7C0B}"/>
          </ac:spMkLst>
        </pc:spChg>
        <pc:spChg chg="add mod">
          <ac:chgData name="Renan Xavier Cortes" userId="d6af805853004405" providerId="LiveId" clId="{DD4EF9CF-6574-4471-A21D-3BB24D0401B4}" dt="2026-02-27T20:59:50.280" v="1188" actId="1076"/>
          <ac:spMkLst>
            <pc:docMk/>
            <pc:sldMk cId="1384777534" sldId="295"/>
            <ac:spMk id="9" creationId="{A548FE44-91E6-40C8-A97C-AC3B25EAA738}"/>
          </ac:spMkLst>
        </pc:spChg>
        <pc:picChg chg="add mod">
          <ac:chgData name="Renan Xavier Cortes" userId="d6af805853004405" providerId="LiveId" clId="{DD4EF9CF-6574-4471-A21D-3BB24D0401B4}" dt="2026-02-27T20:56:35.557" v="1144" actId="1076"/>
          <ac:picMkLst>
            <pc:docMk/>
            <pc:sldMk cId="1384777534" sldId="295"/>
            <ac:picMk id="6" creationId="{F5F8F866-1134-D839-3EE2-37CC8A68ED10}"/>
          </ac:picMkLst>
        </pc:picChg>
      </pc:sldChg>
      <pc:sldChg chg="addSp delSp modSp add mod addAnim delAnim modAnim">
        <pc:chgData name="Renan Xavier Cortes" userId="d6af805853004405" providerId="LiveId" clId="{DD4EF9CF-6574-4471-A21D-3BB24D0401B4}" dt="2026-02-27T21:04:27.100" v="1262" actId="478"/>
        <pc:sldMkLst>
          <pc:docMk/>
          <pc:sldMk cId="3093077948" sldId="296"/>
        </pc:sldMkLst>
        <pc:spChg chg="add del mod">
          <ac:chgData name="Renan Xavier Cortes" userId="d6af805853004405" providerId="LiveId" clId="{DD4EF9CF-6574-4471-A21D-3BB24D0401B4}" dt="2026-02-27T21:04:27.100" v="1262" actId="478"/>
          <ac:spMkLst>
            <pc:docMk/>
            <pc:sldMk cId="3093077948" sldId="296"/>
            <ac:spMk id="8" creationId="{EAD076A6-8FA0-0EAF-3CCC-FB6DE1E6F2B9}"/>
          </ac:spMkLst>
        </pc:spChg>
        <pc:picChg chg="add mod">
          <ac:chgData name="Renan Xavier Cortes" userId="d6af805853004405" providerId="LiveId" clId="{DD4EF9CF-6574-4471-A21D-3BB24D0401B4}" dt="2026-02-27T21:01:17.032" v="1196" actId="1076"/>
          <ac:picMkLst>
            <pc:docMk/>
            <pc:sldMk cId="3093077948" sldId="296"/>
            <ac:picMk id="5" creationId="{6DB44830-E4B2-A851-0604-DA2D6D7F2880}"/>
          </ac:picMkLst>
        </pc:picChg>
        <pc:picChg chg="del">
          <ac:chgData name="Renan Xavier Cortes" userId="d6af805853004405" providerId="LiveId" clId="{DD4EF9CF-6574-4471-A21D-3BB24D0401B4}" dt="2026-02-27T21:01:12.945" v="1193" actId="478"/>
          <ac:picMkLst>
            <pc:docMk/>
            <pc:sldMk cId="3093077948" sldId="296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1:45.079" v="1201" actId="1076"/>
        <pc:sldMkLst>
          <pc:docMk/>
          <pc:sldMk cId="2030436792" sldId="297"/>
        </pc:sldMkLst>
        <pc:picChg chg="add mod">
          <ac:chgData name="Renan Xavier Cortes" userId="d6af805853004405" providerId="LiveId" clId="{DD4EF9CF-6574-4471-A21D-3BB24D0401B4}" dt="2026-02-27T21:01:45.079" v="1201" actId="1076"/>
          <ac:picMkLst>
            <pc:docMk/>
            <pc:sldMk cId="2030436792" sldId="297"/>
            <ac:picMk id="5" creationId="{A1BD44B9-327D-3DEC-101B-00C70FAC01AD}"/>
          </ac:picMkLst>
        </pc:picChg>
        <pc:picChg chg="del">
          <ac:chgData name="Renan Xavier Cortes" userId="d6af805853004405" providerId="LiveId" clId="{DD4EF9CF-6574-4471-A21D-3BB24D0401B4}" dt="2026-02-27T21:01:36.832" v="1197" actId="478"/>
          <ac:picMkLst>
            <pc:docMk/>
            <pc:sldMk cId="2030436792" sldId="297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2:16.527" v="1207" actId="1076"/>
        <pc:sldMkLst>
          <pc:docMk/>
          <pc:sldMk cId="3736920788" sldId="298"/>
        </pc:sldMkLst>
        <pc:picChg chg="add mod">
          <ac:chgData name="Renan Xavier Cortes" userId="d6af805853004405" providerId="LiveId" clId="{DD4EF9CF-6574-4471-A21D-3BB24D0401B4}" dt="2026-02-27T21:02:16.527" v="1207" actId="1076"/>
          <ac:picMkLst>
            <pc:docMk/>
            <pc:sldMk cId="3736920788" sldId="298"/>
            <ac:picMk id="5" creationId="{7A5411E7-3361-727B-982E-5D5631A3B2EE}"/>
          </ac:picMkLst>
        </pc:picChg>
        <pc:picChg chg="del">
          <ac:chgData name="Renan Xavier Cortes" userId="d6af805853004405" providerId="LiveId" clId="{DD4EF9CF-6574-4471-A21D-3BB24D0401B4}" dt="2026-02-27T21:02:05.512" v="1202" actId="478"/>
          <ac:picMkLst>
            <pc:docMk/>
            <pc:sldMk cId="3736920788" sldId="298"/>
            <ac:picMk id="6" creationId="{D1A93AB8-1653-0153-FD80-834F0B6C8F42}"/>
          </ac:picMkLst>
        </pc:picChg>
      </pc:sldChg>
      <pc:sldChg chg="addSp delSp modSp add mod">
        <pc:chgData name="Renan Xavier Cortes" userId="d6af805853004405" providerId="LiveId" clId="{DD4EF9CF-6574-4471-A21D-3BB24D0401B4}" dt="2026-02-27T21:03:05.155" v="1212" actId="1076"/>
        <pc:sldMkLst>
          <pc:docMk/>
          <pc:sldMk cId="892879354" sldId="299"/>
        </pc:sldMkLst>
        <pc:picChg chg="del">
          <ac:chgData name="Renan Xavier Cortes" userId="d6af805853004405" providerId="LiveId" clId="{DD4EF9CF-6574-4471-A21D-3BB24D0401B4}" dt="2026-02-27T21:03:01.104" v="1209" actId="478"/>
          <ac:picMkLst>
            <pc:docMk/>
            <pc:sldMk cId="892879354" sldId="299"/>
            <ac:picMk id="5" creationId="{7A5411E7-3361-727B-982E-5D5631A3B2EE}"/>
          </ac:picMkLst>
        </pc:picChg>
        <pc:picChg chg="add mod">
          <ac:chgData name="Renan Xavier Cortes" userId="d6af805853004405" providerId="LiveId" clId="{DD4EF9CF-6574-4471-A21D-3BB24D0401B4}" dt="2026-02-27T21:03:05.155" v="1212" actId="1076"/>
          <ac:picMkLst>
            <pc:docMk/>
            <pc:sldMk cId="892879354" sldId="299"/>
            <ac:picMk id="6" creationId="{5C503D66-04C7-892E-3185-B585981F9C10}"/>
          </ac:picMkLst>
        </pc:picChg>
      </pc:sldChg>
      <pc:sldChg chg="modSp add mod">
        <pc:chgData name="Renan Xavier Cortes" userId="d6af805853004405" providerId="LiveId" clId="{DD4EF9CF-6574-4471-A21D-3BB24D0401B4}" dt="2026-02-27T21:04:44.855" v="1266" actId="20577"/>
        <pc:sldMkLst>
          <pc:docMk/>
          <pc:sldMk cId="1335700298" sldId="300"/>
        </pc:sldMkLst>
        <pc:spChg chg="mod">
          <ac:chgData name="Renan Xavier Cortes" userId="d6af805853004405" providerId="LiveId" clId="{DD4EF9CF-6574-4471-A21D-3BB24D0401B4}" dt="2026-02-27T21:04:44.855" v="1266" actId="20577"/>
          <ac:spMkLst>
            <pc:docMk/>
            <pc:sldMk cId="1335700298" sldId="300"/>
            <ac:spMk id="8" creationId="{EAD076A6-8FA0-0EAF-3CCC-FB6DE1E6F2B9}"/>
          </ac:spMkLst>
        </pc:spChg>
        <pc:picChg chg="mod">
          <ac:chgData name="Renan Xavier Cortes" userId="d6af805853004405" providerId="LiveId" clId="{DD4EF9CF-6574-4471-A21D-3BB24D0401B4}" dt="2026-02-27T21:04:31.356" v="1264" actId="1076"/>
          <ac:picMkLst>
            <pc:docMk/>
            <pc:sldMk cId="1335700298" sldId="300"/>
            <ac:picMk id="5" creationId="{6DB44830-E4B2-A851-0604-DA2D6D7F2880}"/>
          </ac:picMkLst>
        </pc:picChg>
      </pc:sldChg>
      <pc:sldChg chg="addSp delSp modSp add mod">
        <pc:chgData name="Renan Xavier Cortes" userId="d6af805853004405" providerId="LiveId" clId="{DD4EF9CF-6574-4471-A21D-3BB24D0401B4}" dt="2026-02-28T16:45:29.022" v="1467"/>
        <pc:sldMkLst>
          <pc:docMk/>
          <pc:sldMk cId="2865553131" sldId="301"/>
        </pc:sldMkLst>
        <pc:spChg chg="add mod">
          <ac:chgData name="Renan Xavier Cortes" userId="d6af805853004405" providerId="LiveId" clId="{DD4EF9CF-6574-4471-A21D-3BB24D0401B4}" dt="2026-02-28T16:45:29.022" v="1467"/>
          <ac:spMkLst>
            <pc:docMk/>
            <pc:sldMk cId="2865553131" sldId="301"/>
            <ac:spMk id="6" creationId="{57C29B4A-0378-196D-7F95-739144F7775B}"/>
          </ac:spMkLst>
        </pc:spChg>
        <pc:spChg chg="del">
          <ac:chgData name="Renan Xavier Cortes" userId="d6af805853004405" providerId="LiveId" clId="{DD4EF9CF-6574-4471-A21D-3BB24D0401B4}" dt="2026-02-28T16:33:51.758" v="1410" actId="478"/>
          <ac:spMkLst>
            <pc:docMk/>
            <pc:sldMk cId="2865553131" sldId="301"/>
            <ac:spMk id="14" creationId="{427DBFEB-81BF-4CC3-A411-FBF43D295C56}"/>
          </ac:spMkLst>
        </pc:spChg>
        <pc:picChg chg="add mod">
          <ac:chgData name="Renan Xavier Cortes" userId="d6af805853004405" providerId="LiveId" clId="{DD4EF9CF-6574-4471-A21D-3BB24D0401B4}" dt="2026-02-28T16:45:10.437" v="1466" actId="1076"/>
          <ac:picMkLst>
            <pc:docMk/>
            <pc:sldMk cId="2865553131" sldId="301"/>
            <ac:picMk id="5" creationId="{D03034DB-9F4B-06AF-AF42-65DF6BD9CFE0}"/>
          </ac:picMkLst>
        </pc:picChg>
      </pc:sldChg>
      <pc:sldChg chg="modSp add del mod">
        <pc:chgData name="Renan Xavier Cortes" userId="d6af805853004405" providerId="LiveId" clId="{DD4EF9CF-6574-4471-A21D-3BB24D0401B4}" dt="2026-02-28T16:38:35.283" v="1458" actId="20577"/>
        <pc:sldMkLst>
          <pc:docMk/>
          <pc:sldMk cId="2623009487" sldId="302"/>
        </pc:sldMkLst>
        <pc:spChg chg="mod">
          <ac:chgData name="Renan Xavier Cortes" userId="d6af805853004405" providerId="LiveId" clId="{DD4EF9CF-6574-4471-A21D-3BB24D0401B4}" dt="2026-02-28T16:38:35.283" v="1458" actId="20577"/>
          <ac:spMkLst>
            <pc:docMk/>
            <pc:sldMk cId="2623009487" sldId="302"/>
            <ac:spMk id="8" creationId="{39AE06C5-34BE-4D68-97C3-4C07702C2DF6}"/>
          </ac:spMkLst>
        </pc:spChg>
      </pc:sldChg>
      <pc:sldChg chg="addSp delSp modSp add del mod">
        <pc:chgData name="Renan Xavier Cortes" userId="d6af805853004405" providerId="LiveId" clId="{DD4EF9CF-6574-4471-A21D-3BB24D0401B4}" dt="2026-02-28T16:38:42.021" v="1460"/>
        <pc:sldMkLst>
          <pc:docMk/>
          <pc:sldMk cId="1711838188" sldId="303"/>
        </pc:sldMkLst>
        <pc:spChg chg="add mod">
          <ac:chgData name="Renan Xavier Cortes" userId="d6af805853004405" providerId="LiveId" clId="{DD4EF9CF-6574-4471-A21D-3BB24D0401B4}" dt="2026-02-28T16:38:42.021" v="1460"/>
          <ac:spMkLst>
            <pc:docMk/>
            <pc:sldMk cId="1711838188" sldId="303"/>
            <ac:spMk id="5" creationId="{6D269458-BE02-8371-77C1-D3BAD01BB5DA}"/>
          </ac:spMkLst>
        </pc:spChg>
        <pc:spChg chg="del">
          <ac:chgData name="Renan Xavier Cortes" userId="d6af805853004405" providerId="LiveId" clId="{DD4EF9CF-6574-4471-A21D-3BB24D0401B4}" dt="2026-02-28T16:38:41.595" v="1459" actId="478"/>
          <ac:spMkLst>
            <pc:docMk/>
            <pc:sldMk cId="1711838188" sldId="303"/>
            <ac:spMk id="8" creationId="{39AE06C5-34BE-4D68-97C3-4C07702C2DF6}"/>
          </ac:spMkLst>
        </pc:spChg>
      </pc:sldChg>
      <pc:sldChg chg="addSp delSp modSp add del mod">
        <pc:chgData name="Renan Xavier Cortes" userId="d6af805853004405" providerId="LiveId" clId="{DD4EF9CF-6574-4471-A21D-3BB24D0401B4}" dt="2026-02-28T16:38:46.839" v="1462"/>
        <pc:sldMkLst>
          <pc:docMk/>
          <pc:sldMk cId="1407976470" sldId="304"/>
        </pc:sldMkLst>
        <pc:spChg chg="add mod">
          <ac:chgData name="Renan Xavier Cortes" userId="d6af805853004405" providerId="LiveId" clId="{DD4EF9CF-6574-4471-A21D-3BB24D0401B4}" dt="2026-02-28T16:38:46.839" v="1462"/>
          <ac:spMkLst>
            <pc:docMk/>
            <pc:sldMk cId="1407976470" sldId="304"/>
            <ac:spMk id="4" creationId="{1660B55B-DE16-0845-8775-772264665BFC}"/>
          </ac:spMkLst>
        </pc:spChg>
        <pc:spChg chg="del">
          <ac:chgData name="Renan Xavier Cortes" userId="d6af805853004405" providerId="LiveId" clId="{DD4EF9CF-6574-4471-A21D-3BB24D0401B4}" dt="2026-02-28T16:38:46.491" v="1461" actId="478"/>
          <ac:spMkLst>
            <pc:docMk/>
            <pc:sldMk cId="1407976470" sldId="304"/>
            <ac:spMk id="8" creationId="{39AE06C5-34BE-4D68-97C3-4C07702C2DF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Prevalência de atividade criminal (ilustrativo)</c:v>
                </c:pt>
              </c:strCache>
            </c:strRef>
          </c:tx>
          <c:spPr>
            <a:ln w="38100">
              <a:solidFill>
                <a:srgbClr val="C1121F"/>
              </a:solidFill>
            </a:ln>
          </c:spPr>
          <c:marker>
            <c:spPr>
              <a:solidFill>
                <a:srgbClr val="C1121F"/>
              </a:solidFill>
              <a:ln>
                <a:solidFill>
                  <a:srgbClr val="C1121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  <c:pt idx="5">
                  <c:v>40</c:v>
                </c:pt>
                <c:pt idx="6">
                  <c:v>45</c:v>
                </c:pt>
                <c:pt idx="7">
                  <c:v>50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55</c:v>
                </c:pt>
                <c:pt idx="2">
                  <c:v>80</c:v>
                </c:pt>
                <c:pt idx="3">
                  <c:v>65</c:v>
                </c:pt>
                <c:pt idx="4">
                  <c:v>45</c:v>
                </c:pt>
                <c:pt idx="5">
                  <c:v>30</c:v>
                </c:pt>
                <c:pt idx="6">
                  <c:v>18</c:v>
                </c:pt>
                <c:pt idx="7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27-44E9-B3AA-90EDED446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250">
                <a:solidFill>
                  <a:srgbClr val="3A3A3A"/>
                </a:solidFill>
                <a:latin typeface="Calibri"/>
              </a:defRPr>
            </a:pPr>
            <a:endParaRPr lang="pt-B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0E0D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B5B5B0"/>
            </a:solidFill>
          </a:ln>
        </c:spPr>
        <c:txPr>
          <a:bodyPr/>
          <a:lstStyle/>
          <a:p>
            <a:pPr>
              <a:defRPr sz="1100">
                <a:solidFill>
                  <a:srgbClr val="3A3A3A"/>
                </a:solidFill>
                <a:latin typeface="Calibri"/>
              </a:defRPr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F8303-3E6A-4B9A-B114-90BC2476355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8D93-34D3-419D-AEF5-A26FFAFED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4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404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242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346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110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95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45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644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704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228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665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141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0362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82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671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359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686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F1A-6080-4971-A33A-95DF4E2C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7BBF8-A856-4691-86E9-61C95CD78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DF215-E0F5-4E53-AFCC-DD74CE94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CCCF-D57C-4E63-90AC-F37211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CD0B4D-A53B-4ED2-9A41-D4FC842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0EEA-4F78-4E38-9ED2-DD5AF755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7117B-6FD5-4FBE-9BE2-CB00353D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1908-9106-40EE-9D59-7FE2DEE7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0C1E-550B-4128-A365-102682B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C078F-A828-40D5-A573-CA8EDC84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3BA94-E44D-4113-AB97-76F7ABA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903A6-EF30-44F9-88BA-82E7E926C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12E0A-92EE-4787-8D04-1615ACA0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A5D4-A7CD-4E3F-AE31-CA24C20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D66-07D3-4854-B32E-832F2E2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934C-0EDE-4057-BE6C-235C607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426AF-CEA6-4BDE-96F1-3CF3A57A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70036-7E06-441B-9252-F2808F5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6713C-5551-4039-BBDD-7AAB6A6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64C2AE-FE0D-4A45-AD21-6FCABBC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1E159-EE6F-4E08-A5B9-CD9707D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64D24-94F1-4728-81BD-3B6331D4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AED82-79E6-4099-8FF4-42649D89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8FE2C-3ABE-4031-9129-CF7C9F7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113761-E86A-43EA-A9A3-750006308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E22E0D-C9AF-4309-8053-9249474C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3D3C56-41B0-422A-A943-B4EA7F9D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6DBC2-3AB1-49A5-8631-0CB38290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F1EEBF-72E9-480C-B6A8-3609ADF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76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93A-EACA-4917-B9E7-FECB3B6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60EE8-DBED-4911-90A1-50437C09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8ECA24-10A4-4B51-B723-02B8B1D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F9ADD-BBF7-41C6-A202-5B264A42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3048-08F8-4883-9EA5-1E7B6CCB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5399C3-67BB-4737-8C27-29F84E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27110-BB70-4555-BBAC-6ACBE33F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EFBA-78F4-450C-92DB-9201AD1D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31438-A0E9-47F4-837F-1A6FDF8B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E379A0-52DC-45C9-A2AE-71834F8A8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E1890-0E67-4F76-8EFC-E9CA29D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47BF3-0E6B-47A4-8A7F-1AAFE8D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AFA31-F597-4185-A24F-BB0C97C8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0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B7317-23BB-4E76-825A-3673A70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43038B-B844-4BDD-8294-B4014D05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F181FB-BAE0-425C-9A4E-B829AEC2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63716-0CEB-4049-86D9-B070FB9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949B01-B8E0-4DDC-9830-7F85F3E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2E4E6-64E5-45E0-91BC-5ACF099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0216F-B8DE-46CC-96B5-D27A51CC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2720DD-91FF-4D7E-9FFA-BC396519B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DF20-FCA5-4827-B32B-BF615E9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2B8FE-20B3-4543-BF01-B49FDA7B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FD039-C296-45D4-B0F9-9D693AC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75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0417A-1345-44E5-9494-1F390040F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E643A3-BCAB-4E6B-B54F-CFF16EC5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B49B7-665F-4BDD-A62C-828FCF54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7CB32-49A2-409E-AC2E-CAAD16A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66B1A-67AB-47F4-A2BF-62E81C6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10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1743C5-3550-4161-8C2E-999F18D2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12811-F0AC-47D3-A496-FF7F3F3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DA4EB-2FEF-438C-8FB9-E48B1F95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E400-4242-4B09-9036-D13CC6199FDE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CDAF4-4CC6-4E3B-B309-E38CAC19A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EC0242-51F6-4031-8024-8A8EE0CB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orumseguranca.org.br/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gif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BAB02-4578-42EC-A9FB-F4446897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980" y="721395"/>
            <a:ext cx="10608039" cy="2387600"/>
          </a:xfrm>
        </p:spPr>
        <p:txBody>
          <a:bodyPr>
            <a:noAutofit/>
          </a:bodyPr>
          <a:lstStyle/>
          <a:p>
            <a:r>
              <a:rPr lang="pt-BR" b="1" dirty="0" err="1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Semanística</a:t>
            </a:r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: </a:t>
            </a:r>
            <a:b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</a:br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Segurança Pública (2º dia)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4682F1-DCA0-4D32-9C18-17426E59B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144000" cy="1655762"/>
          </a:xfrm>
        </p:spPr>
        <p:txBody>
          <a:bodyPr/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Prof. Renan Xavier Cortes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49A408B-D762-44A8-8FB9-8DC0FA83E7C6}"/>
              </a:ext>
            </a:extLst>
          </p:cNvPr>
          <p:cNvSpPr txBox="1"/>
          <p:nvPr/>
        </p:nvSpPr>
        <p:spPr>
          <a:xfrm>
            <a:off x="1133083" y="4429919"/>
            <a:ext cx="9925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Alguns Insights sobre Segurança Pública, Estatística e Economia do Crime</a:t>
            </a:r>
          </a:p>
        </p:txBody>
      </p:sp>
      <p:pic>
        <p:nvPicPr>
          <p:cNvPr id="6" name="Picture 2" descr="UFRGS na Serra | Visão de futuro e coragem para inovar">
            <a:extLst>
              <a:ext uri="{FF2B5EF4-FFF2-40B4-BE49-F238E27FC236}">
                <a16:creationId xmlns:a16="http://schemas.microsoft.com/office/drawing/2014/main" id="{4A7AADD9-77E1-D9FD-8C50-C80FC3FC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889B0-5ADD-C328-CACF-DD27112D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B29FA23-014D-4A1D-A713-5F46B1813284}"/>
              </a:ext>
            </a:extLst>
          </p:cNvPr>
          <p:cNvSpPr txBox="1"/>
          <p:nvPr/>
        </p:nvSpPr>
        <p:spPr>
          <a:xfrm>
            <a:off x="3116549" y="6085681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Porto Alegre, 21 de Outubro de 2026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77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0A25A74-C6A2-F503-B7BB-2453B7259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717" y="2028311"/>
            <a:ext cx="5210446" cy="221976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EC13558-8FF6-63D5-3E6E-6D463775B43A}"/>
              </a:ext>
            </a:extLst>
          </p:cNvPr>
          <p:cNvSpPr txBox="1"/>
          <p:nvPr/>
        </p:nvSpPr>
        <p:spPr>
          <a:xfrm>
            <a:off x="6260209" y="5290339"/>
            <a:ext cx="6153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Link: </a:t>
            </a:r>
            <a:r>
              <a:rPr lang="pt-BR" b="1" dirty="0">
                <a:solidFill>
                  <a:srgbClr val="0070C0"/>
                </a:solidFill>
              </a:rPr>
              <a:t>https://renanxcortes.shinyapps.io/visualizacrimers/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4BF769-AF6B-902A-57E5-6BC969C81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793" y="1108533"/>
            <a:ext cx="6243257" cy="405932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346D2A7-A369-2D2E-AF98-83AE7AD1FD98}"/>
              </a:ext>
            </a:extLst>
          </p:cNvPr>
          <p:cNvSpPr txBox="1"/>
          <p:nvPr/>
        </p:nvSpPr>
        <p:spPr>
          <a:xfrm>
            <a:off x="408690" y="5231823"/>
            <a:ext cx="6153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Link: </a:t>
            </a:r>
            <a:r>
              <a:rPr lang="pt-BR" b="1" dirty="0">
                <a:solidFill>
                  <a:srgbClr val="0070C0"/>
                </a:solidFill>
              </a:rPr>
              <a:t>https://www.ssp.rs.gov.br/indicadores-criminais</a:t>
            </a:r>
          </a:p>
        </p:txBody>
      </p:sp>
    </p:spTree>
    <p:extLst>
      <p:ext uri="{BB962C8B-B14F-4D97-AF65-F5344CB8AC3E}">
        <p14:creationId xmlns:p14="http://schemas.microsoft.com/office/powerpoint/2010/main" val="1142341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BDFC6BB-B3D9-BE65-8A9A-06C3689C04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72" y="1753384"/>
            <a:ext cx="8572500" cy="3810000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F2BFA96A-D339-8FCD-73F3-A98C6FB1A208}"/>
              </a:ext>
            </a:extLst>
          </p:cNvPr>
          <p:cNvSpPr/>
          <p:nvPr/>
        </p:nvSpPr>
        <p:spPr>
          <a:xfrm rot="9753462">
            <a:off x="6925455" y="1876637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3473FA8-546B-98E4-CF91-B3DF0492CB8A}"/>
              </a:ext>
            </a:extLst>
          </p:cNvPr>
          <p:cNvSpPr txBox="1"/>
          <p:nvPr/>
        </p:nvSpPr>
        <p:spPr>
          <a:xfrm>
            <a:off x="7079813" y="1568125"/>
            <a:ext cx="2923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24,29 por 100.000 habitantes em 2017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6A05C6-022E-A44A-E461-AF8DD200FC87}"/>
              </a:ext>
            </a:extLst>
          </p:cNvPr>
          <p:cNvSpPr txBox="1"/>
          <p:nvPr/>
        </p:nvSpPr>
        <p:spPr>
          <a:xfrm>
            <a:off x="9737672" y="3985383"/>
            <a:ext cx="2376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8,77 por 100.000 habitantes em 2025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E03127C9-7588-FBD4-595D-6A2F1F3D14E0}"/>
              </a:ext>
            </a:extLst>
          </p:cNvPr>
          <p:cNvSpPr/>
          <p:nvPr/>
        </p:nvSpPr>
        <p:spPr>
          <a:xfrm rot="9753462">
            <a:off x="9652465" y="4648922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940681-D24C-DDA3-70D8-08D0140FDE95}"/>
              </a:ext>
            </a:extLst>
          </p:cNvPr>
          <p:cNvSpPr txBox="1"/>
          <p:nvPr/>
        </p:nvSpPr>
        <p:spPr>
          <a:xfrm>
            <a:off x="4534189" y="1354073"/>
            <a:ext cx="183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Homicídio Doloso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9C661F-9D50-CD91-A721-A8B43B2331B0}"/>
              </a:ext>
            </a:extLst>
          </p:cNvPr>
          <p:cNvSpPr txBox="1"/>
          <p:nvPr/>
        </p:nvSpPr>
        <p:spPr>
          <a:xfrm>
            <a:off x="119922" y="1096835"/>
            <a:ext cx="3480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 dirty="0"/>
              <a:t>A queda recente da taxa de homicídios dolosos no RS</a:t>
            </a:r>
          </a:p>
        </p:txBody>
      </p:sp>
    </p:spTree>
    <p:extLst>
      <p:ext uri="{BB962C8B-B14F-4D97-AF65-F5344CB8AC3E}">
        <p14:creationId xmlns:p14="http://schemas.microsoft.com/office/powerpoint/2010/main" val="587472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318DFD3-3634-EC8F-4CA2-B0EB8093C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97" y="1724537"/>
            <a:ext cx="9043291" cy="4162785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4ADC85D4-4D6F-B41F-8D19-0C37EEA6532F}"/>
              </a:ext>
            </a:extLst>
          </p:cNvPr>
          <p:cNvSpPr/>
          <p:nvPr/>
        </p:nvSpPr>
        <p:spPr>
          <a:xfrm rot="9753462">
            <a:off x="5878180" y="1914580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18659E-1058-1132-89D4-6B86F32FC853}"/>
              </a:ext>
            </a:extLst>
          </p:cNvPr>
          <p:cNvSpPr txBox="1"/>
          <p:nvPr/>
        </p:nvSpPr>
        <p:spPr>
          <a:xfrm>
            <a:off x="6220773" y="1725130"/>
            <a:ext cx="2265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Porto Alegre: 48,84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0A11E838-7A28-D1BE-5FDC-461C62B8169E}"/>
              </a:ext>
            </a:extLst>
          </p:cNvPr>
          <p:cNvSpPr/>
          <p:nvPr/>
        </p:nvSpPr>
        <p:spPr>
          <a:xfrm rot="9753462">
            <a:off x="8530178" y="4959034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1F1D044-C509-E859-2F17-4F37728104EB}"/>
              </a:ext>
            </a:extLst>
          </p:cNvPr>
          <p:cNvSpPr txBox="1"/>
          <p:nvPr/>
        </p:nvSpPr>
        <p:spPr>
          <a:xfrm>
            <a:off x="8872771" y="4769584"/>
            <a:ext cx="2265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Pelotas: 2,68</a:t>
            </a:r>
          </a:p>
        </p:txBody>
      </p:sp>
    </p:spTree>
    <p:extLst>
      <p:ext uri="{BB962C8B-B14F-4D97-AF65-F5344CB8AC3E}">
        <p14:creationId xmlns:p14="http://schemas.microsoft.com/office/powerpoint/2010/main" val="405170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B44222-0FEB-DD8A-E65A-F10683C06A0F}"/>
              </a:ext>
            </a:extLst>
          </p:cNvPr>
          <p:cNvSpPr txBox="1"/>
          <p:nvPr/>
        </p:nvSpPr>
        <p:spPr>
          <a:xfrm>
            <a:off x="940903" y="1573800"/>
            <a:ext cx="10310191" cy="4503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Porque muitas análises focam na taxa de homicídio?</a:t>
            </a:r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Porque possui </a:t>
            </a:r>
            <a:r>
              <a:rPr lang="pt-BR" sz="2000" b="1" u="none" strike="noStrike" dirty="0">
                <a:effectLst/>
                <a:latin typeface="Google Sans"/>
              </a:rPr>
              <a:t>menor margem de subnotificação</a:t>
            </a:r>
            <a:r>
              <a:rPr lang="pt-BR" sz="2000" b="1" dirty="0"/>
              <a:t> e maior confiabilidade estatística do que outros crimes</a:t>
            </a:r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Especialistas em segurança pública explicam que nem todo furto, roubo ou ameaça é registrado em delegacias, mas um assassinato quase sempre deixa um corpo e gera um registro oficial em sistemas de saúde e de polícia (Fonte: </a:t>
            </a:r>
            <a:r>
              <a:rPr lang="pt-BR" sz="2000" b="1" u="none" strike="noStrike" dirty="0">
                <a:effectLst/>
                <a:latin typeface="Google Sans"/>
                <a:hlinkClick r:id="rId5"/>
              </a:rPr>
              <a:t>Fórum Brasileiro de Segurança Pública</a:t>
            </a:r>
            <a:r>
              <a:rPr lang="pt-BR" sz="2000" b="1" dirty="0"/>
              <a:t>).</a:t>
            </a:r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Taxa de Homicídio que a ONU considerada epidemia: 10 por 100.000</a:t>
            </a:r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u="none" strike="noStrike" dirty="0">
                <a:effectLst/>
                <a:latin typeface="Google Sans"/>
              </a:rPr>
              <a:t>Média Global:</a:t>
            </a:r>
            <a:r>
              <a:rPr lang="pt-BR" sz="2000" b="1" dirty="0"/>
              <a:t> A taxa média no mundo gira em torno de </a:t>
            </a:r>
            <a:r>
              <a:rPr lang="pt-BR" sz="2000" b="1" u="none" strike="noStrike" dirty="0">
                <a:effectLst/>
                <a:latin typeface="Google Sans"/>
              </a:rPr>
              <a:t>5,8 homicídios por 100 mil habitantes</a:t>
            </a:r>
            <a:r>
              <a:rPr lang="pt-B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7758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7CB915E-012D-A5FC-3321-870B91EF4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216" y="1693895"/>
            <a:ext cx="9404383" cy="438231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39966E0-F76D-F319-6141-19CB38DC8D8B}"/>
              </a:ext>
            </a:extLst>
          </p:cNvPr>
          <p:cNvSpPr txBox="1"/>
          <p:nvPr/>
        </p:nvSpPr>
        <p:spPr>
          <a:xfrm>
            <a:off x="5039192" y="2243955"/>
            <a:ext cx="3492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2017 também foi ano de inflexão para outros crimes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09C2AF41-9EBC-A93B-F400-326DED611B2C}"/>
              </a:ext>
            </a:extLst>
          </p:cNvPr>
          <p:cNvSpPr/>
          <p:nvPr/>
        </p:nvSpPr>
        <p:spPr>
          <a:xfrm rot="5400000">
            <a:off x="6387845" y="3011930"/>
            <a:ext cx="435637" cy="359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954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B44222-0FEB-DD8A-E65A-F10683C06A0F}"/>
              </a:ext>
            </a:extLst>
          </p:cNvPr>
          <p:cNvSpPr txBox="1"/>
          <p:nvPr/>
        </p:nvSpPr>
        <p:spPr>
          <a:xfrm>
            <a:off x="940903" y="1573800"/>
            <a:ext cx="10310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Problema Estatístico: Taxas em Localidades com baixa população produzem estimativas com alta variabilidade.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0B70768-61C8-F85A-E614-A9F14CEAD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95311"/>
            <a:ext cx="5909943" cy="265372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B40F988-AD4C-F7F7-CE31-F2CDDF82E91A}"/>
              </a:ext>
            </a:extLst>
          </p:cNvPr>
          <p:cNvSpPr/>
          <p:nvPr/>
        </p:nvSpPr>
        <p:spPr>
          <a:xfrm>
            <a:off x="1963711" y="3021788"/>
            <a:ext cx="329784" cy="24606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Curva para Baixo 12">
            <a:extLst>
              <a:ext uri="{FF2B5EF4-FFF2-40B4-BE49-F238E27FC236}">
                <a16:creationId xmlns:a16="http://schemas.microsoft.com/office/drawing/2014/main" id="{D34651EC-928C-45A9-FB4A-89294682FE03}"/>
              </a:ext>
            </a:extLst>
          </p:cNvPr>
          <p:cNvSpPr/>
          <p:nvPr/>
        </p:nvSpPr>
        <p:spPr>
          <a:xfrm>
            <a:off x="2405332" y="2221305"/>
            <a:ext cx="6363914" cy="78838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D23F083-ACAE-F3BE-99C5-AC59D9D52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232" y="3078001"/>
            <a:ext cx="2915057" cy="274358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C85418-58C3-73C3-56E1-05082A43A7EA}"/>
              </a:ext>
            </a:extLst>
          </p:cNvPr>
          <p:cNvSpPr txBox="1"/>
          <p:nvPr/>
        </p:nvSpPr>
        <p:spPr>
          <a:xfrm>
            <a:off x="940904" y="5993852"/>
            <a:ext cx="9597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Possíveis solução: taxas com agregação espacial/temporal, taxas bayesianas (como </a:t>
            </a:r>
            <a:r>
              <a:rPr lang="pt-BR" sz="2000" b="1" dirty="0" err="1"/>
              <a:t>Empirical</a:t>
            </a:r>
            <a:r>
              <a:rPr lang="pt-BR" sz="2000" b="1" dirty="0"/>
              <a:t> </a:t>
            </a:r>
            <a:r>
              <a:rPr lang="pt-BR" sz="2000" b="1" dirty="0" err="1"/>
              <a:t>Bayes</a:t>
            </a:r>
            <a:r>
              <a:rPr lang="pt-BR" sz="2000" b="1" dirty="0"/>
              <a:t> ou BYM), etc.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0FFC93-643C-21DD-3711-191F1721F5CC}"/>
              </a:ext>
            </a:extLst>
          </p:cNvPr>
          <p:cNvSpPr txBox="1"/>
          <p:nvPr/>
        </p:nvSpPr>
        <p:spPr>
          <a:xfrm>
            <a:off x="-112541" y="5435898"/>
            <a:ext cx="6225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i="1" dirty="0"/>
              <a:t>Taxa de Homicídio Doloso por 100.000 habitantes em 2025 por municípios no RS</a:t>
            </a:r>
          </a:p>
        </p:txBody>
      </p:sp>
    </p:spTree>
    <p:extLst>
      <p:ext uri="{BB962C8B-B14F-4D97-AF65-F5344CB8AC3E}">
        <p14:creationId xmlns:p14="http://schemas.microsoft.com/office/powerpoint/2010/main" val="2071889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FA44AA4-873C-9384-BBCC-5F18798D8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20" y="1827378"/>
            <a:ext cx="5649460" cy="4059951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D353D8D-8D89-B5D0-0B0D-DBD360319F04}"/>
              </a:ext>
            </a:extLst>
          </p:cNvPr>
          <p:cNvSpPr txBox="1"/>
          <p:nvPr/>
        </p:nvSpPr>
        <p:spPr>
          <a:xfrm>
            <a:off x="202220" y="1164194"/>
            <a:ext cx="6153462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Autocorrelação espacial forte em Roubo de Veículos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59EF19D-2CB3-BEA7-2B76-4879D130E732}"/>
              </a:ext>
            </a:extLst>
          </p:cNvPr>
          <p:cNvSpPr txBox="1"/>
          <p:nvPr/>
        </p:nvSpPr>
        <p:spPr>
          <a:xfrm>
            <a:off x="281251" y="6062324"/>
            <a:ext cx="5491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2000" b="1" dirty="0"/>
              <a:t>Mancha na região metropolitana: mercado de desmanches?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7C5C5E8-BDC7-6A56-284B-4BA81B6ED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224" y="1155930"/>
            <a:ext cx="5741697" cy="3768204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649D27E-B466-1E84-67F4-B04DF87AFE85}"/>
              </a:ext>
            </a:extLst>
          </p:cNvPr>
          <p:cNvSpPr txBox="1"/>
          <p:nvPr/>
        </p:nvSpPr>
        <p:spPr>
          <a:xfrm>
            <a:off x="6158224" y="5340588"/>
            <a:ext cx="6033776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Relação de vizinhança na presença de crimes futuros também verificada via Cadeias de Markov Espaço-Temporais</a:t>
            </a:r>
          </a:p>
        </p:txBody>
      </p:sp>
    </p:spTree>
    <p:extLst>
      <p:ext uri="{BB962C8B-B14F-4D97-AF65-F5344CB8AC3E}">
        <p14:creationId xmlns:p14="http://schemas.microsoft.com/office/powerpoint/2010/main" val="3832149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249836" y="200638"/>
            <a:ext cx="11692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Panorama RS à Luz dos Dados públicos disponíveis da SSP-RS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B44222-0FEB-DD8A-E65A-F10683C06A0F}"/>
              </a:ext>
            </a:extLst>
          </p:cNvPr>
          <p:cNvSpPr txBox="1"/>
          <p:nvPr/>
        </p:nvSpPr>
        <p:spPr>
          <a:xfrm>
            <a:off x="940904" y="1276323"/>
            <a:ext cx="1031019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400" b="1" dirty="0"/>
              <a:t>Furtos, por sua vez, possuem altas taxas no litoral norte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B172CF-DDA4-9000-FC49-49E50601E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817" y="2036595"/>
            <a:ext cx="10294278" cy="4309501"/>
          </a:xfrm>
          <a:prstGeom prst="rect">
            <a:avLst/>
          </a:prstGeom>
        </p:spPr>
      </p:pic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A7924BE9-722D-AE8C-355C-9C9926B6843C}"/>
              </a:ext>
            </a:extLst>
          </p:cNvPr>
          <p:cNvSpPr/>
          <p:nvPr/>
        </p:nvSpPr>
        <p:spPr>
          <a:xfrm>
            <a:off x="7225259" y="3141467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3DB70E76-2C85-16FB-C8CC-53EB3AEECE7B}"/>
              </a:ext>
            </a:extLst>
          </p:cNvPr>
          <p:cNvSpPr/>
          <p:nvPr/>
        </p:nvSpPr>
        <p:spPr>
          <a:xfrm>
            <a:off x="7007901" y="3552606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Esquerda 10">
            <a:extLst>
              <a:ext uri="{FF2B5EF4-FFF2-40B4-BE49-F238E27FC236}">
                <a16:creationId xmlns:a16="http://schemas.microsoft.com/office/drawing/2014/main" id="{CB184BE6-0BE2-BA18-029A-52DD351FDF0B}"/>
              </a:ext>
            </a:extLst>
          </p:cNvPr>
          <p:cNvSpPr/>
          <p:nvPr/>
        </p:nvSpPr>
        <p:spPr>
          <a:xfrm>
            <a:off x="6790543" y="4191345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393E99D-8654-6736-563B-90241C78B105}"/>
              </a:ext>
            </a:extLst>
          </p:cNvPr>
          <p:cNvSpPr txBox="1"/>
          <p:nvPr/>
        </p:nvSpPr>
        <p:spPr>
          <a:xfrm>
            <a:off x="7763957" y="3069717"/>
            <a:ext cx="1998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Arroio do Sal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618367-6AF6-11AD-D1D8-E58D6B826BC7}"/>
              </a:ext>
            </a:extLst>
          </p:cNvPr>
          <p:cNvSpPr txBox="1"/>
          <p:nvPr/>
        </p:nvSpPr>
        <p:spPr>
          <a:xfrm>
            <a:off x="7538434" y="3463841"/>
            <a:ext cx="222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Capão da Canoa</a:t>
            </a:r>
          </a:p>
        </p:txBody>
      </p:sp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8D019ECB-738C-DA5C-6576-C6F980D41762}"/>
              </a:ext>
            </a:extLst>
          </p:cNvPr>
          <p:cNvSpPr/>
          <p:nvPr/>
        </p:nvSpPr>
        <p:spPr>
          <a:xfrm>
            <a:off x="6775552" y="4608979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74D6D9C-D93C-E743-92A2-746B8DEBF90F}"/>
              </a:ext>
            </a:extLst>
          </p:cNvPr>
          <p:cNvSpPr txBox="1"/>
          <p:nvPr/>
        </p:nvSpPr>
        <p:spPr>
          <a:xfrm>
            <a:off x="7364470" y="4117231"/>
            <a:ext cx="139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Tramandaí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8E74E98-E9A5-2B69-D05B-BE0099A83A98}"/>
              </a:ext>
            </a:extLst>
          </p:cNvPr>
          <p:cNvSpPr txBox="1"/>
          <p:nvPr/>
        </p:nvSpPr>
        <p:spPr>
          <a:xfrm>
            <a:off x="7334490" y="4528370"/>
            <a:ext cx="139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Cidreira</a:t>
            </a:r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FACE062B-6F3D-8D21-21CB-ECA3E8074E2F}"/>
              </a:ext>
            </a:extLst>
          </p:cNvPr>
          <p:cNvSpPr/>
          <p:nvPr/>
        </p:nvSpPr>
        <p:spPr>
          <a:xfrm>
            <a:off x="6899775" y="3855182"/>
            <a:ext cx="434715" cy="2211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1F8C814-56E9-CAB5-BF4F-0B98EEFB341E}"/>
              </a:ext>
            </a:extLst>
          </p:cNvPr>
          <p:cNvSpPr txBox="1"/>
          <p:nvPr/>
        </p:nvSpPr>
        <p:spPr>
          <a:xfrm>
            <a:off x="7451452" y="3797917"/>
            <a:ext cx="222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Xangri-lá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484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Armas x Criminalidade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154334"/>
            <a:ext cx="76477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 relação de armas e criminalidade também é presente na literatura. 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8513A2C-EFAD-349F-ECA3-4EE11292D1C6}"/>
              </a:ext>
            </a:extLst>
          </p:cNvPr>
          <p:cNvSpPr txBox="1"/>
          <p:nvPr/>
        </p:nvSpPr>
        <p:spPr>
          <a:xfrm>
            <a:off x="940904" y="2387418"/>
            <a:ext cx="11050446" cy="3789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Problemas: violência é um fenômeno complexo e multifatorial e, além disso, estimar a quantidade de armas em circulação é desafiador.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No Brasil, a obra de Daniel Cerqueira (“Menos Armas, Menos Crimes”) se destaca, defendendo que a redução na circulação de armas de fogo esteve associada a uma queda nos homicídios no período pós-Estatuto no estado de São Paulo.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Maioria das Revisões de Literatura são contrárias à tese “Mais Armas, Menos Crimes”</a:t>
            </a:r>
            <a:r>
              <a:rPr lang="pt-BR" sz="2000" b="1" baseline="30000" dirty="0"/>
              <a:t>1,2</a:t>
            </a:r>
          </a:p>
        </p:txBody>
      </p:sp>
      <p:pic>
        <p:nvPicPr>
          <p:cNvPr id="1030" name="Picture 6" descr="arma, pistola, automática (Pixabay/Reprodução)">
            <a:extLst>
              <a:ext uri="{FF2B5EF4-FFF2-40B4-BE49-F238E27FC236}">
                <a16:creationId xmlns:a16="http://schemas.microsoft.com/office/drawing/2014/main" id="{BAA8555A-A9C9-35F7-8A61-79165A878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264" y="70305"/>
            <a:ext cx="3252085" cy="216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85D7B09-9BD8-C772-923A-E9C4FBA45B2B}"/>
              </a:ext>
            </a:extLst>
          </p:cNvPr>
          <p:cNvSpPr txBox="1"/>
          <p:nvPr/>
        </p:nvSpPr>
        <p:spPr>
          <a:xfrm>
            <a:off x="1101549" y="6284204"/>
            <a:ext cx="9988902" cy="586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100" b="1" baseline="30000" dirty="0"/>
              <a:t>1</a:t>
            </a:r>
            <a:r>
              <a:rPr lang="pt-BR" sz="1100" b="1" dirty="0"/>
              <a:t>https://thomasvconti.com.br/2017/dossie-armas-violencia-e-crimes-o-que-nos-dizem-61-pesquisas-recentes/#resumo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100" b="1" baseline="30000" dirty="0"/>
              <a:t>2</a:t>
            </a:r>
            <a:r>
              <a:rPr lang="pt-BR" sz="1100" b="1" dirty="0"/>
              <a:t>https://forumseguranca.org.br/</a:t>
            </a:r>
            <a:r>
              <a:rPr lang="pt-BR" sz="1100" b="1" dirty="0" err="1"/>
              <a:t>wp-content</a:t>
            </a:r>
            <a:r>
              <a:rPr lang="pt-BR" sz="1100" b="1" dirty="0"/>
              <a:t>/uploads/2022/09/informe-armas-fogo-homicidios-no-brasil.pdf</a:t>
            </a:r>
          </a:p>
        </p:txBody>
      </p:sp>
    </p:spTree>
    <p:extLst>
      <p:ext uri="{BB962C8B-B14F-4D97-AF65-F5344CB8AC3E}">
        <p14:creationId xmlns:p14="http://schemas.microsoft.com/office/powerpoint/2010/main" val="3554767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Luz x Criminalidade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5" y="1154334"/>
            <a:ext cx="7815330" cy="2851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Becker (1968) (Escolha racional):</a:t>
            </a:r>
            <a:r>
              <a:rPr lang="pt-BR" sz="2800" dirty="0"/>
              <a:t> o indivíduo comete o crime quando os benefícios esperados (financeiros ou psíquicos) superam os custos esperados.</a:t>
            </a:r>
          </a:p>
          <a:p>
            <a:pPr marL="342900" indent="-34290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erigoso Criminoso. silhueta do bandidos, criminosos com a irreconhecível  face dentro ameaçador pose às noite em Sombrio rua. 42707152 Foto de stock  no Vecteezy">
            <a:extLst>
              <a:ext uri="{FF2B5EF4-FFF2-40B4-BE49-F238E27FC236}">
                <a16:creationId xmlns:a16="http://schemas.microsoft.com/office/drawing/2014/main" id="{D5753060-8B2D-376B-A341-C1A929AB6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226" y="140678"/>
            <a:ext cx="3139893" cy="209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0FCEFC3-016C-BECB-5C9F-C81ABE58A50B}"/>
              </a:ext>
            </a:extLst>
          </p:cNvPr>
          <p:cNvSpPr txBox="1"/>
          <p:nvPr/>
        </p:nvSpPr>
        <p:spPr>
          <a:xfrm>
            <a:off x="940905" y="3250650"/>
            <a:ext cx="105695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pt-BR" sz="2800" b="1" dirty="0"/>
              <a:t>Dissuasão: </a:t>
            </a:r>
            <a:r>
              <a:rPr lang="pt-BR" sz="2800" dirty="0"/>
              <a:t>a probabilidade de captura é um dos principais fatores que inibem o crime.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pt-BR" sz="28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pt-BR" sz="2800" b="1" dirty="0"/>
              <a:t>Hipótese: </a:t>
            </a:r>
            <a:r>
              <a:rPr lang="pt-BR" sz="2800" dirty="0"/>
              <a:t>mais luminosidade significa mais testemunhas e mais facilidade para identificar os autores, o que aumenta a probabilidade de captura.</a:t>
            </a:r>
          </a:p>
        </p:txBody>
      </p:sp>
    </p:spTree>
    <p:extLst>
      <p:ext uri="{BB962C8B-B14F-4D97-AF65-F5344CB8AC3E}">
        <p14:creationId xmlns:p14="http://schemas.microsoft.com/office/powerpoint/2010/main" val="153683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Luz x Criminalidade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4DDF3AB-FF5B-BF09-85E6-30B0D1CEF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546" y="2295903"/>
            <a:ext cx="9554908" cy="359142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D79014A-3A45-CFD7-AE17-E00E6FC5D783}"/>
              </a:ext>
            </a:extLst>
          </p:cNvPr>
          <p:cNvSpPr txBox="1"/>
          <p:nvPr/>
        </p:nvSpPr>
        <p:spPr>
          <a:xfrm>
            <a:off x="500433" y="1280362"/>
            <a:ext cx="11191134" cy="1455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 err="1"/>
              <a:t>Doleac</a:t>
            </a:r>
            <a:r>
              <a:rPr lang="pt-BR" sz="2000" b="1" dirty="0"/>
              <a:t> </a:t>
            </a:r>
            <a:r>
              <a:rPr lang="pt-BR" sz="2000" b="1" dirty="0" err="1"/>
              <a:t>and</a:t>
            </a:r>
            <a:r>
              <a:rPr lang="pt-BR" sz="2000" b="1" dirty="0"/>
              <a:t> Sanders (2015): </a:t>
            </a:r>
            <a:r>
              <a:rPr lang="pt-BR" sz="2000" dirty="0"/>
              <a:t>regressão descontínua no início do Horário de Verão em Roubos e Estupros nos EUA</a:t>
            </a:r>
          </a:p>
          <a:p>
            <a:pPr marL="342900" indent="-34290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069633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Luz x Criminalidade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D79014A-3A45-CFD7-AE17-E00E6FC5D783}"/>
              </a:ext>
            </a:extLst>
          </p:cNvPr>
          <p:cNvSpPr txBox="1"/>
          <p:nvPr/>
        </p:nvSpPr>
        <p:spPr>
          <a:xfrm>
            <a:off x="500433" y="1280362"/>
            <a:ext cx="11191134" cy="1455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Cortes et.al (2021): </a:t>
            </a:r>
            <a:r>
              <a:rPr lang="pt-BR" sz="2000" dirty="0"/>
              <a:t>regressão descontínua no início do Horário de Verão em Homicídios no RS (Dados do SIM do Ministério da Saúde)</a:t>
            </a:r>
          </a:p>
          <a:p>
            <a:pPr marL="342900" indent="-342900"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0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E5EC1F-14C5-843E-05EF-98FE5A646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33" y="2278052"/>
            <a:ext cx="4887007" cy="443927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D2F9AF2-3B27-E6C1-5DA5-DAD401A60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506" y="1774634"/>
            <a:ext cx="4997061" cy="508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14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Tempo de Carreira Criminal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276323"/>
            <a:ext cx="1031019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Curva idade-crime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8EE9A4A-D221-8BD1-EC89-B091240DADA6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233172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6">
            <a:extLst>
              <a:ext uri="{FF2B5EF4-FFF2-40B4-BE49-F238E27FC236}">
                <a16:creationId xmlns:a16="http://schemas.microsoft.com/office/drawing/2014/main" id="{F3D738E0-9802-84AC-D1D0-0F6C3997DA9A}"/>
              </a:ext>
            </a:extLst>
          </p:cNvPr>
          <p:cNvSpPr txBox="1"/>
          <p:nvPr/>
        </p:nvSpPr>
        <p:spPr>
          <a:xfrm>
            <a:off x="6903720" y="2377440"/>
            <a:ext cx="4709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67676"/>
                </a:solidFill>
                <a:latin typeface="Calibri"/>
              </a:rPr>
              <a:t>O PICO ESTÁ ENVELHECENDO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72D680D-5A60-F84E-BF35-612417316049}"/>
              </a:ext>
            </a:extLst>
          </p:cNvPr>
          <p:cNvSpPr txBox="1"/>
          <p:nvPr/>
        </p:nvSpPr>
        <p:spPr>
          <a:xfrm>
            <a:off x="6903720" y="2697480"/>
            <a:ext cx="4709160" cy="758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3A3A3A"/>
                </a:solidFill>
                <a:latin typeface="Calibri"/>
              </a:rPr>
              <a:t>Dados de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prisões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nos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EUA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2024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mostram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a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idade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pico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próxima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dos 32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anos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mais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alta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que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os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padrões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históricos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da curva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idade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-crime.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463AE348-FF9C-094B-31C9-092F747FF823}"/>
              </a:ext>
            </a:extLst>
          </p:cNvPr>
          <p:cNvSpPr/>
          <p:nvPr/>
        </p:nvSpPr>
        <p:spPr>
          <a:xfrm>
            <a:off x="6903720" y="4069080"/>
            <a:ext cx="4709160" cy="1737360"/>
          </a:xfrm>
          <a:prstGeom prst="rect">
            <a:avLst/>
          </a:prstGeom>
          <a:solidFill>
            <a:srgbClr val="EC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8C7AD1B-2FCE-2932-CAB2-FFF8012D7F25}"/>
              </a:ext>
            </a:extLst>
          </p:cNvPr>
          <p:cNvSpPr txBox="1"/>
          <p:nvPr/>
        </p:nvSpPr>
        <p:spPr>
          <a:xfrm>
            <a:off x="7018020" y="4357431"/>
            <a:ext cx="4594860" cy="1224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3A3A3A"/>
                </a:solidFill>
                <a:latin typeface="Calibri"/>
              </a:rPr>
              <a:t>O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maior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efeito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incapacitador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lang="pt-BR" sz="1400" b="0" i="0" dirty="0">
                <a:solidFill>
                  <a:srgbClr val="3A3A3A"/>
                </a:solidFill>
                <a:latin typeface="Calibri"/>
              </a:rPr>
              <a:t>(ou seja, o intervalo de idade em que manter alguém fora do circuito criminal mais reduz crimes futuros)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hoje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está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entre 30–40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anos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não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no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pico</a:t>
            </a:r>
            <a:r>
              <a:rPr sz="1400" b="0" i="0" dirty="0">
                <a:solidFill>
                  <a:srgbClr val="3A3A3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3A3A"/>
                </a:solidFill>
                <a:latin typeface="Calibri"/>
              </a:rPr>
              <a:t>jovem</a:t>
            </a:r>
            <a:r>
              <a:rPr lang="pt-BR" sz="1400" dirty="0">
                <a:solidFill>
                  <a:srgbClr val="3A3A3A"/>
                </a:solidFill>
                <a:latin typeface="Calibri"/>
              </a:rPr>
              <a:t> (</a:t>
            </a:r>
            <a:r>
              <a:rPr lang="en-US" sz="1400" dirty="0">
                <a:solidFill>
                  <a:srgbClr val="3A3A3A"/>
                </a:solidFill>
                <a:latin typeface="Calibri"/>
              </a:rPr>
              <a:t>David P. Farrington, "Age and Crime", Crime and Justice, v. 7, p. 189–250, 1986).</a:t>
            </a:r>
            <a:endParaRPr sz="1400" b="0" i="0" dirty="0">
              <a:solidFill>
                <a:srgbClr val="3A3A3A"/>
              </a:solidFill>
              <a:latin typeface="Calibri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188B4642-779A-5D9F-A48A-05401DD39358}"/>
              </a:ext>
            </a:extLst>
          </p:cNvPr>
          <p:cNvSpPr txBox="1"/>
          <p:nvPr/>
        </p:nvSpPr>
        <p:spPr>
          <a:xfrm>
            <a:off x="563879" y="612782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 dirty="0">
                <a:solidFill>
                  <a:srgbClr val="767676"/>
                </a:solidFill>
                <a:latin typeface="Calibri"/>
              </a:rPr>
              <a:t>Fonte: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análise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de dados de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prisões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nos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EUA (2024);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literatura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brasileira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de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economia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do crime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sobre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duração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de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carreira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767676"/>
                </a:solidFill>
                <a:latin typeface="Calibri"/>
              </a:rPr>
              <a:t>criminosa</a:t>
            </a:r>
            <a:r>
              <a:rPr sz="1000" b="0" i="1" dirty="0">
                <a:solidFill>
                  <a:srgbClr val="767676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8870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81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Tempo de Carreira Criminal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276323"/>
            <a:ext cx="1031019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Curva idade-crime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aptura de tela">
            <a:extLst>
              <a:ext uri="{FF2B5EF4-FFF2-40B4-BE49-F238E27FC236}">
                <a16:creationId xmlns:a16="http://schemas.microsoft.com/office/drawing/2014/main" id="{496D2546-4354-68C6-EAA2-03111C34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36" y="1794841"/>
            <a:ext cx="6449036" cy="419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B10989E-6495-BA93-F912-8AAFEB296936}"/>
              </a:ext>
            </a:extLst>
          </p:cNvPr>
          <p:cNvSpPr txBox="1"/>
          <p:nvPr/>
        </p:nvSpPr>
        <p:spPr>
          <a:xfrm>
            <a:off x="1103819" y="6126961"/>
            <a:ext cx="7438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Moffitt, T. E. (1993). Adolescence-limited and life-course-persistent antisocial behavior: A developmental taxonomy. </a:t>
            </a:r>
            <a:r>
              <a:rPr lang="en-US" sz="14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Psychological Review, 100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(4), 674–701</a:t>
            </a:r>
            <a:endParaRPr lang="pt-BR" sz="14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866C2C7-F83C-0C53-9473-159DD068B21A}"/>
              </a:ext>
            </a:extLst>
          </p:cNvPr>
          <p:cNvSpPr txBox="1"/>
          <p:nvPr/>
        </p:nvSpPr>
        <p:spPr>
          <a:xfrm>
            <a:off x="7674963" y="2717469"/>
            <a:ext cx="44570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Mudanças na estrutura etária também podem ser um fator que explique as taxas de criminalidade (MELLO, João Manoel Pinho de; SCHNEIDER, Alexandre. </a:t>
            </a:r>
            <a:r>
              <a:rPr lang="pt-BR" b="1" u="none" strike="noStrike" dirty="0">
                <a:effectLst/>
                <a:latin typeface="Google Sans"/>
              </a:rPr>
              <a:t>Age </a:t>
            </a:r>
            <a:r>
              <a:rPr lang="pt-BR" b="1" u="none" strike="noStrike" dirty="0" err="1">
                <a:effectLst/>
                <a:latin typeface="Google Sans"/>
              </a:rPr>
              <a:t>structure</a:t>
            </a:r>
            <a:r>
              <a:rPr lang="pt-BR" b="1" u="none" strike="noStrike" dirty="0">
                <a:effectLst/>
                <a:latin typeface="Google Sans"/>
              </a:rPr>
              <a:t> </a:t>
            </a:r>
            <a:r>
              <a:rPr lang="pt-BR" b="1" u="none" strike="noStrike" dirty="0" err="1">
                <a:effectLst/>
                <a:latin typeface="Google Sans"/>
              </a:rPr>
              <a:t>explaining</a:t>
            </a:r>
            <a:r>
              <a:rPr lang="pt-BR" b="1" u="none" strike="noStrike" dirty="0">
                <a:effectLst/>
                <a:latin typeface="Google Sans"/>
              </a:rPr>
              <a:t> a </a:t>
            </a:r>
            <a:r>
              <a:rPr lang="pt-BR" b="1" u="none" strike="noStrike" dirty="0" err="1">
                <a:effectLst/>
                <a:latin typeface="Google Sans"/>
              </a:rPr>
              <a:t>large</a:t>
            </a:r>
            <a:r>
              <a:rPr lang="pt-BR" b="1" u="none" strike="noStrike" dirty="0">
                <a:effectLst/>
                <a:latin typeface="Google Sans"/>
              </a:rPr>
              <a:t> shift in </a:t>
            </a:r>
            <a:r>
              <a:rPr lang="pt-BR" b="1" u="none" strike="noStrike" dirty="0" err="1">
                <a:effectLst/>
                <a:latin typeface="Google Sans"/>
              </a:rPr>
              <a:t>homicides</a:t>
            </a:r>
            <a:r>
              <a:rPr lang="pt-BR" b="1" u="none" strike="noStrike" dirty="0">
                <a:effectLst/>
                <a:latin typeface="Google Sans"/>
              </a:rPr>
              <a:t>:</a:t>
            </a:r>
            <a:r>
              <a:rPr lang="pt-BR" b="1" dirty="0"/>
              <a:t> </a:t>
            </a:r>
            <a:r>
              <a:rPr lang="pt-BR" b="1" dirty="0" err="1"/>
              <a:t>the</a:t>
            </a:r>
            <a:r>
              <a:rPr lang="pt-BR" b="1" dirty="0"/>
              <a:t> case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the</a:t>
            </a:r>
            <a:r>
              <a:rPr lang="pt-BR" b="1" dirty="0"/>
              <a:t> </a:t>
            </a:r>
            <a:r>
              <a:rPr lang="pt-BR" b="1" dirty="0" err="1"/>
              <a:t>state</a:t>
            </a:r>
            <a:r>
              <a:rPr lang="pt-BR" b="1" dirty="0"/>
              <a:t> </a:t>
            </a:r>
            <a:r>
              <a:rPr lang="pt-BR" b="1" dirty="0" err="1"/>
              <a:t>of</a:t>
            </a:r>
            <a:r>
              <a:rPr lang="pt-BR" b="1" dirty="0"/>
              <a:t> São Paulo. Rio de Janeiro: PUC-Rio, 2007)</a:t>
            </a:r>
          </a:p>
        </p:txBody>
      </p:sp>
    </p:spTree>
    <p:extLst>
      <p:ext uri="{BB962C8B-B14F-4D97-AF65-F5344CB8AC3E}">
        <p14:creationId xmlns:p14="http://schemas.microsoft.com/office/powerpoint/2010/main" val="1921800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69120" y="247071"/>
            <a:ext cx="10633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Reincidência Criminal: o Efeito Estigma de </a:t>
            </a:r>
            <a:r>
              <a:rPr lang="pt-BR" sz="28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Ex-Presidiários</a:t>
            </a:r>
            <a:endParaRPr lang="pt-BR" sz="2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660327" y="1553178"/>
            <a:ext cx="10871345" cy="4395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850" b="1" dirty="0" err="1"/>
              <a:t>Devah</a:t>
            </a:r>
            <a:r>
              <a:rPr lang="pt-BR" sz="1850" b="1" dirty="0"/>
              <a:t> Pager (2003) no American </a:t>
            </a:r>
            <a:r>
              <a:rPr lang="pt-BR" sz="1850" b="1" dirty="0" err="1"/>
              <a:t>Journal</a:t>
            </a:r>
            <a:r>
              <a:rPr lang="pt-BR" sz="1850" b="1" dirty="0"/>
              <a:t> </a:t>
            </a:r>
            <a:r>
              <a:rPr lang="pt-BR" sz="1850" b="1" dirty="0" err="1"/>
              <a:t>of</a:t>
            </a:r>
            <a:r>
              <a:rPr lang="pt-BR" sz="1850" b="1" dirty="0"/>
              <a:t> </a:t>
            </a:r>
            <a:r>
              <a:rPr lang="pt-BR" sz="1850" b="1" dirty="0" err="1"/>
              <a:t>Sociology</a:t>
            </a:r>
            <a:r>
              <a:rPr lang="pt-BR" sz="1850" b="1" dirty="0"/>
              <a:t>: desenho experimental elegante: ela enviou candidatos com perfis idênticos de escolaridade e experiência, alguns com antecedentes criminais fictícios e outros sem, para vagas reais de emprego em Milwaukee. O resultado: candidatos com antecedentes receberam menos da metade dos retornos dos candidatos sem antecedentes.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85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850" b="1" dirty="0"/>
              <a:t>O antecedente criminal funciona, na prática, como um imposto sobre a empregabilidade.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85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850" b="1" dirty="0"/>
              <a:t>Quando o mercado de trabalho formal fecha a porta, o custo de oportunidade do crime despenca.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85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850" b="1" dirty="0"/>
              <a:t>No Brasil, o tema ainda é pouco explorado na literatura.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54608EC3-B8E2-2804-8729-CF81BB84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8458" y="210839"/>
            <a:ext cx="2054421" cy="107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033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763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Quem falará a seguir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046282"/>
            <a:ext cx="8621415" cy="567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Henrique </a:t>
            </a:r>
            <a:r>
              <a:rPr lang="pt-BR" sz="1600" b="1" dirty="0" err="1"/>
              <a:t>Joner</a:t>
            </a:r>
            <a:r>
              <a:rPr lang="pt-BR" sz="1600" b="1" dirty="0"/>
              <a:t>: </a:t>
            </a:r>
            <a:r>
              <a:rPr lang="pt-BR" sz="1600" dirty="0"/>
              <a:t>Estatístico e Mestre em Economia pela UFRGS, atua com ciência de dados e estatística espacial aplicadas à segurança pública, com foco no desenvolvimento de soluções analíticas geoespaciais para o Programa RS Seguro - Gabinete do Governador do RS.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6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Rafael Bernardini dos Santos: </a:t>
            </a:r>
            <a:r>
              <a:rPr lang="pt-BR" sz="1600" dirty="0"/>
              <a:t>Estatístico pela UFRGS e mestre em Administração pela MUST </a:t>
            </a:r>
            <a:r>
              <a:rPr lang="pt-BR" sz="1600" dirty="0" err="1"/>
              <a:t>University</a:t>
            </a:r>
            <a:r>
              <a:rPr lang="pt-BR" sz="1600" dirty="0"/>
              <a:t>, atua com ciência de dados aplicada à segurança pública, com foco no desenvolvimento de modelos estatísticos e soluções de inteligência para apoio à gestão e à tomada de decisão no Programa RS Seguro - Gabinete do Governador do RS.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6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Gisele da Silva Ferreira: </a:t>
            </a:r>
            <a:r>
              <a:rPr lang="pt-BR" sz="1600" dirty="0"/>
              <a:t>Estatística e mestre em Economia pela UFRGS,  atua com ciência de dados aplicada à segurança pública, com foco no desenvolvimento de modelos estatísticos e soluções de inteligência para apoio à gestão e à tomada de decisão no Programa RS Seguro - Gabinete do Governador do RS.</a:t>
            </a:r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1600" b="1" dirty="0"/>
          </a:p>
          <a:p>
            <a:pPr marL="285750" indent="-28575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1600" b="1" dirty="0"/>
              <a:t>Será uma manhã muito proveitosa. Aproveitem!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enrique Joner - Estatístico | Geospatial Data Scientist | Estado do Rio Grande do Sul | LinkedIn">
            <a:extLst>
              <a:ext uri="{FF2B5EF4-FFF2-40B4-BE49-F238E27FC236}">
                <a16:creationId xmlns:a16="http://schemas.microsoft.com/office/drawing/2014/main" id="{1A22D7E4-EFBD-340A-BBAC-D01BB1295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651" y="46384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94762C9-B5D3-1977-F0FE-A99EEC89C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9507" y="2543323"/>
            <a:ext cx="1411589" cy="1411589"/>
          </a:xfrm>
          <a:prstGeom prst="rect">
            <a:avLst/>
          </a:prstGeom>
        </p:spPr>
      </p:pic>
      <p:pic>
        <p:nvPicPr>
          <p:cNvPr id="7174" name="Picture 6" descr="Profile image">
            <a:extLst>
              <a:ext uri="{FF2B5EF4-FFF2-40B4-BE49-F238E27FC236}">
                <a16:creationId xmlns:a16="http://schemas.microsoft.com/office/drawing/2014/main" id="{182F9BF4-F274-8F50-77FB-FC6F00E83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696" y="4291105"/>
            <a:ext cx="1585210" cy="15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900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9569</TotalTime>
  <Words>1136</Words>
  <Application>Microsoft Office PowerPoint</Application>
  <PresentationFormat>Widescreen</PresentationFormat>
  <Paragraphs>102</Paragraphs>
  <Slides>17</Slides>
  <Notes>16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Arial</vt:lpstr>
      <vt:lpstr>Arial Nova</vt:lpstr>
      <vt:lpstr>Calibri</vt:lpstr>
      <vt:lpstr>Calibri Light</vt:lpstr>
      <vt:lpstr>Cambria</vt:lpstr>
      <vt:lpstr>Google Sans</vt:lpstr>
      <vt:lpstr>Wingdings</vt:lpstr>
      <vt:lpstr>Tema do Office</vt:lpstr>
      <vt:lpstr>Semanística:  Segurança Pública (2º dia)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e Inteligência Artificial</dc:title>
  <dc:creator>RENAN XAVIER CORTES</dc:creator>
  <cp:lastModifiedBy>Renan Xavier Cortes</cp:lastModifiedBy>
  <cp:revision>115</cp:revision>
  <dcterms:created xsi:type="dcterms:W3CDTF">2020-10-25T10:14:05Z</dcterms:created>
  <dcterms:modified xsi:type="dcterms:W3CDTF">2026-10-15T12:38:26Z</dcterms:modified>
</cp:coreProperties>
</file>