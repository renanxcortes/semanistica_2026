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68" r:id="rId4"/>
    <p:sldId id="269" r:id="rId5"/>
    <p:sldId id="267" r:id="rId6"/>
    <p:sldId id="265" r:id="rId7"/>
    <p:sldId id="260" r:id="rId8"/>
    <p:sldId id="262" r:id="rId9"/>
    <p:sldId id="263" r:id="rId10"/>
    <p:sldId id="264" r:id="rId11"/>
    <p:sldId id="261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213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225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1465096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4763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Descritivas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Taxas em Municípios pequenos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Cadeias de Markov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Roubo de Veículos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Furto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Homicídio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ONU: 10 por 100.000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dirty="0"/>
              <a:t>.</a:t>
            </a: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4763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Descritivas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Taxas em Municípios pequenos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Cadeias de Markov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Roubo de Veículos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Furto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Homicídio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ONU: 10 por 100.000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dirty="0"/>
              <a:t>.</a:t>
            </a: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1600642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79259" y="294626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 que veremos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Apresentação da equipe do Henrique </a:t>
            </a:r>
            <a:r>
              <a:rPr lang="pt-BR" sz="2000" b="1" dirty="0" err="1"/>
              <a:t>Joner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Tenho certeza que 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7741</TotalTime>
  <Words>270</Words>
  <Application>Microsoft Office PowerPoint</Application>
  <PresentationFormat>Widescreen</PresentationFormat>
  <Paragraphs>55</Paragraphs>
  <Slides>11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9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2026-09-29T18:37:07Z</dcterms:modified>
</cp:coreProperties>
</file>