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6" r:id="rId3"/>
    <p:sldId id="273" r:id="rId4"/>
    <p:sldId id="269" r:id="rId5"/>
    <p:sldId id="274" r:id="rId6"/>
    <p:sldId id="270" r:id="rId7"/>
    <p:sldId id="271" r:id="rId8"/>
    <p:sldId id="275" r:id="rId9"/>
    <p:sldId id="272" r:id="rId10"/>
    <p:sldId id="267" r:id="rId11"/>
    <p:sldId id="265" r:id="rId12"/>
    <p:sldId id="260" r:id="rId13"/>
    <p:sldId id="262" r:id="rId14"/>
    <p:sldId id="263" r:id="rId15"/>
    <p:sldId id="264" r:id="rId16"/>
    <p:sldId id="261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2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32CE5F03-9B31-4102-A03B-787EE1528540}"/>
    <pc:docChg chg="undo custSel addSld delSld modSld">
      <pc:chgData name="Renan Xavier Cortes" userId="d6af805853004405" providerId="LiveId" clId="{32CE5F03-9B31-4102-A03B-787EE1528540}" dt="2026-09-29T19:03:40.045" v="359" actId="1076"/>
      <pc:docMkLst>
        <pc:docMk/>
      </pc:docMkLst>
      <pc:sldChg chg="del">
        <pc:chgData name="Renan Xavier Cortes" userId="d6af805853004405" providerId="LiveId" clId="{32CE5F03-9B31-4102-A03B-787EE1528540}" dt="2026-09-29T18:53:06.902" v="89" actId="47"/>
        <pc:sldMkLst>
          <pc:docMk/>
          <pc:sldMk cId="1465096313" sldId="268"/>
        </pc:sldMkLst>
      </pc:sldChg>
      <pc:sldChg chg="addSp delSp modSp add mod delAnim modAnim">
        <pc:chgData name="Renan Xavier Cortes" userId="d6af805853004405" providerId="LiveId" clId="{32CE5F03-9B31-4102-A03B-787EE1528540}" dt="2026-09-29T18:45:51.497" v="87" actId="1076"/>
        <pc:sldMkLst>
          <pc:docMk/>
          <pc:sldMk cId="1268954086" sldId="270"/>
        </pc:sldMkLst>
        <pc:spChg chg="del">
          <ac:chgData name="Renan Xavier Cortes" userId="d6af805853004405" providerId="LiveId" clId="{32CE5F03-9B31-4102-A03B-787EE1528540}" dt="2026-09-29T18:44:29.944" v="7" actId="478"/>
          <ac:spMkLst>
            <pc:docMk/>
            <pc:sldMk cId="1268954086" sldId="270"/>
            <ac:spMk id="9" creationId="{4ADC85D4-4D6F-B41F-8D19-0C37EEA6532F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0" creationId="{439966E0-F76D-F319-6141-19CB38DC8D8B}"/>
          </ac:spMkLst>
        </pc:spChg>
        <pc:spChg chg="del">
          <ac:chgData name="Renan Xavier Cortes" userId="d6af805853004405" providerId="LiveId" clId="{32CE5F03-9B31-4102-A03B-787EE1528540}" dt="2026-09-29T18:44:29.348" v="6" actId="478"/>
          <ac:spMkLst>
            <pc:docMk/>
            <pc:sldMk cId="1268954086" sldId="270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44:27.800" v="5" actId="478"/>
          <ac:spMkLst>
            <pc:docMk/>
            <pc:sldMk cId="1268954086" sldId="270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44:26.959" v="4" actId="478"/>
          <ac:spMkLst>
            <pc:docMk/>
            <pc:sldMk cId="1268954086" sldId="270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4" creationId="{09C2AF41-9EBC-A93B-F400-326DED611B2C}"/>
          </ac:spMkLst>
        </pc:spChg>
        <pc:picChg chg="del">
          <ac:chgData name="Renan Xavier Cortes" userId="d6af805853004405" providerId="LiveId" clId="{32CE5F03-9B31-4102-A03B-787EE1528540}" dt="2026-09-29T18:44:25.537" v="3" actId="478"/>
          <ac:picMkLst>
            <pc:docMk/>
            <pc:sldMk cId="1268954086" sldId="270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29T18:44:36.329" v="11" actId="1076"/>
          <ac:picMkLst>
            <pc:docMk/>
            <pc:sldMk cId="1268954086" sldId="270"/>
            <ac:picMk id="6" creationId="{C7CB915E-012D-A5FC-3321-870B91EF401C}"/>
          </ac:picMkLst>
        </pc:picChg>
      </pc:sldChg>
      <pc:sldChg chg="delSp add mod delAnim">
        <pc:chgData name="Renan Xavier Cortes" userId="d6af805853004405" providerId="LiveId" clId="{32CE5F03-9B31-4102-A03B-787EE1528540}" dt="2026-09-29T18:59:53.562" v="201" actId="478"/>
        <pc:sldMkLst>
          <pc:docMk/>
          <pc:sldMk cId="3832149468" sldId="271"/>
        </pc:sldMkLst>
        <pc:spChg chg="del">
          <ac:chgData name="Renan Xavier Cortes" userId="d6af805853004405" providerId="LiveId" clId="{32CE5F03-9B31-4102-A03B-787EE1528540}" dt="2026-09-29T18:59:53.562" v="201" actId="478"/>
          <ac:spMkLst>
            <pc:docMk/>
            <pc:sldMk cId="3832149468" sldId="271"/>
            <ac:spMk id="9" creationId="{4ADC85D4-4D6F-B41F-8D19-0C37EEA6532F}"/>
          </ac:spMkLst>
        </pc:spChg>
        <pc:spChg chg="del">
          <ac:chgData name="Renan Xavier Cortes" userId="d6af805853004405" providerId="LiveId" clId="{32CE5F03-9B31-4102-A03B-787EE1528540}" dt="2026-09-29T18:59:48.511" v="197" actId="478"/>
          <ac:spMkLst>
            <pc:docMk/>
            <pc:sldMk cId="3832149468" sldId="271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59:50.995" v="199" actId="478"/>
          <ac:spMkLst>
            <pc:docMk/>
            <pc:sldMk cId="3832149468" sldId="271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59:49.889" v="198" actId="478"/>
          <ac:spMkLst>
            <pc:docMk/>
            <pc:sldMk cId="3832149468" sldId="271"/>
            <ac:spMk id="13" creationId="{D1F1D044-C509-E859-2F17-4F37728104EB}"/>
          </ac:spMkLst>
        </pc:spChg>
        <pc:picChg chg="del">
          <ac:chgData name="Renan Xavier Cortes" userId="d6af805853004405" providerId="LiveId" clId="{32CE5F03-9B31-4102-A03B-787EE1528540}" dt="2026-09-29T18:59:51.795" v="200" actId="478"/>
          <ac:picMkLst>
            <pc:docMk/>
            <pc:sldMk cId="3832149468" sldId="271"/>
            <ac:picMk id="5" creationId="{4318DFD3-3634-EC8F-4CA2-B0EB8093C36F}"/>
          </ac:picMkLst>
        </pc:picChg>
      </pc:sldChg>
      <pc:sldChg chg="add">
        <pc:chgData name="Renan Xavier Cortes" userId="d6af805853004405" providerId="LiveId" clId="{32CE5F03-9B31-4102-A03B-787EE1528540}" dt="2026-09-29T18:44:16.387" v="2"/>
        <pc:sldMkLst>
          <pc:docMk/>
          <pc:sldMk cId="1290076" sldId="272"/>
        </pc:sldMkLst>
      </pc:sldChg>
      <pc:sldChg chg="add">
        <pc:chgData name="Renan Xavier Cortes" userId="d6af805853004405" providerId="LiveId" clId="{32CE5F03-9B31-4102-A03B-787EE1528540}" dt="2026-09-29T18:52:42.033" v="88"/>
        <pc:sldMkLst>
          <pc:docMk/>
          <pc:sldMk cId="587472357" sldId="273"/>
        </pc:sldMkLst>
      </pc:sldChg>
      <pc:sldChg chg="modSp add mod">
        <pc:chgData name="Renan Xavier Cortes" userId="d6af805853004405" providerId="LiveId" clId="{32CE5F03-9B31-4102-A03B-787EE1528540}" dt="2026-09-29T18:59:18.488" v="196" actId="20577"/>
        <pc:sldMkLst>
          <pc:docMk/>
          <pc:sldMk cId="2697758197" sldId="274"/>
        </pc:sldMkLst>
        <pc:spChg chg="mod">
          <ac:chgData name="Renan Xavier Cortes" userId="d6af805853004405" providerId="LiveId" clId="{32CE5F03-9B31-4102-A03B-787EE1528540}" dt="2026-09-29T18:59:18.488" v="196" actId="20577"/>
          <ac:spMkLst>
            <pc:docMk/>
            <pc:sldMk cId="2697758197" sldId="274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32CE5F03-9B31-4102-A03B-787EE1528540}" dt="2026-09-29T19:03:40.045" v="359" actId="1076"/>
        <pc:sldMkLst>
          <pc:docMk/>
          <pc:sldMk cId="2071889659" sldId="275"/>
        </pc:sldMkLst>
        <pc:spChg chg="mod">
          <ac:chgData name="Renan Xavier Cortes" userId="d6af805853004405" providerId="LiveId" clId="{32CE5F03-9B31-4102-A03B-787EE1528540}" dt="2026-09-29T19:00:23.343" v="313" actId="20577"/>
          <ac:spMkLst>
            <pc:docMk/>
            <pc:sldMk cId="2071889659" sldId="275"/>
            <ac:spMk id="4" creationId="{F9B44222-0FEB-DD8A-E65A-F10683C06A0F}"/>
          </ac:spMkLst>
        </pc:spChg>
        <pc:spChg chg="add del">
          <ac:chgData name="Renan Xavier Cortes" userId="d6af805853004405" providerId="LiveId" clId="{32CE5F03-9B31-4102-A03B-787EE1528540}" dt="2026-09-29T19:02:05.280" v="333" actId="11529"/>
          <ac:spMkLst>
            <pc:docMk/>
            <pc:sldMk cId="2071889659" sldId="275"/>
            <ac:spMk id="11" creationId="{8BEE410F-77B2-4534-4D33-ACC5D248E82D}"/>
          </ac:spMkLst>
        </pc:spChg>
        <pc:spChg chg="add mod">
          <ac:chgData name="Renan Xavier Cortes" userId="d6af805853004405" providerId="LiveId" clId="{32CE5F03-9B31-4102-A03B-787EE1528540}" dt="2026-09-29T19:02:32.496" v="350" actId="692"/>
          <ac:spMkLst>
            <pc:docMk/>
            <pc:sldMk cId="2071889659" sldId="275"/>
            <ac:spMk id="12" creationId="{0B40F988-AD4C-F7F7-CE31-F2CDDF82E91A}"/>
          </ac:spMkLst>
        </pc:spChg>
        <pc:spChg chg="add mod">
          <ac:chgData name="Renan Xavier Cortes" userId="d6af805853004405" providerId="LiveId" clId="{32CE5F03-9B31-4102-A03B-787EE1528540}" dt="2026-09-29T19:02:49.280" v="354" actId="14100"/>
          <ac:spMkLst>
            <pc:docMk/>
            <pc:sldMk cId="2071889659" sldId="275"/>
            <ac:spMk id="13" creationId="{D34651EC-928C-45A9-FB4A-89294682FE03}"/>
          </ac:spMkLst>
        </pc:spChg>
        <pc:picChg chg="add mod">
          <ac:chgData name="Renan Xavier Cortes" userId="d6af805853004405" providerId="LiveId" clId="{32CE5F03-9B31-4102-A03B-787EE1528540}" dt="2026-09-29T19:01:30.373" v="321" actId="1076"/>
          <ac:picMkLst>
            <pc:docMk/>
            <pc:sldMk cId="2071889659" sldId="275"/>
            <ac:picMk id="6" creationId="{E0B70768-61C8-F85A-E614-A9F14CEAD950}"/>
          </ac:picMkLst>
        </pc:picChg>
        <pc:picChg chg="add del mod">
          <ac:chgData name="Renan Xavier Cortes" userId="d6af805853004405" providerId="LiveId" clId="{32CE5F03-9B31-4102-A03B-787EE1528540}" dt="2026-09-29T19:03:10.356" v="355" actId="478"/>
          <ac:picMkLst>
            <pc:docMk/>
            <pc:sldMk cId="2071889659" sldId="275"/>
            <ac:picMk id="10" creationId="{918C452C-A393-6CAA-7A87-EA606435045A}"/>
          </ac:picMkLst>
        </pc:picChg>
        <pc:picChg chg="add mod">
          <ac:chgData name="Renan Xavier Cortes" userId="d6af805853004405" providerId="LiveId" clId="{32CE5F03-9B31-4102-A03B-787EE1528540}" dt="2026-09-29T19:03:40.045" v="359" actId="1076"/>
          <ac:picMkLst>
            <pc:docMk/>
            <pc:sldMk cId="2071889659" sldId="275"/>
            <ac:picMk id="15" creationId="{AD23F083-ACAE-F3BE-99C5-AC59D9D5284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242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1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95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6446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4571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5305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22553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2823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orumseguranca.org.b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84" y="1275227"/>
            <a:ext cx="10318230" cy="439579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3019268" y="6317190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</p:spTree>
    <p:extLst>
      <p:ext uri="{BB962C8B-B14F-4D97-AF65-F5344CB8AC3E}">
        <p14:creationId xmlns:p14="http://schemas.microsoft.com/office/powerpoint/2010/main" val="587472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4503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muitas analises focam na taxa de homicídio?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possui </a:t>
            </a:r>
            <a:r>
              <a:rPr lang="pt-BR" sz="2000" b="1" u="none" strike="noStrike" dirty="0">
                <a:effectLst/>
                <a:latin typeface="Google Sans"/>
              </a:rPr>
              <a:t>menor margem de subnotificação</a:t>
            </a:r>
            <a:r>
              <a:rPr lang="pt-BR" sz="2000" b="1" dirty="0"/>
              <a:t> e maior confiabilidade estatística do que outros crimes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Especialistas em segurança pública explicam que nem todo furto, roubo ou ameaça é registrado em delegacias, mas um assassinato quase sempre deixa um corpo e gera um registro oficial em sistemas de saúde e de polícia (Fonte: </a:t>
            </a:r>
            <a:r>
              <a:rPr lang="pt-BR" sz="2000" b="1" u="none" strike="noStrike" dirty="0">
                <a:effectLst/>
                <a:latin typeface="Google Sans"/>
                <a:hlinkClick r:id="rId5"/>
              </a:rPr>
              <a:t>Fórum Brasileiro de Segurança Pública</a:t>
            </a:r>
            <a:r>
              <a:rPr lang="pt-BR" sz="2000" b="1" dirty="0"/>
              <a:t>).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que a ONU considerada epidemia: 10 por 100.000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b="1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775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7CB915E-012D-A5FC-3321-870B91EF4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216" y="1693895"/>
            <a:ext cx="9404383" cy="4382314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39966E0-F76D-F319-6141-19CB38DC8D8B}"/>
              </a:ext>
            </a:extLst>
          </p:cNvPr>
          <p:cNvSpPr txBox="1"/>
          <p:nvPr/>
        </p:nvSpPr>
        <p:spPr>
          <a:xfrm>
            <a:off x="5039192" y="2243955"/>
            <a:ext cx="3492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2017 também foi ano de inflexão para outros crimes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9C2AF41-9EBC-A93B-F400-326DED611B2C}"/>
              </a:ext>
            </a:extLst>
          </p:cNvPr>
          <p:cNvSpPr/>
          <p:nvPr/>
        </p:nvSpPr>
        <p:spPr>
          <a:xfrm rot="5400000">
            <a:off x="6387845" y="301193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8954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214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 Estatístico: Taxas em Localidades com baixa população produzem estimativas com alta variabilidade.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0B70768-61C8-F85A-E614-A9F14CEAD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95311"/>
            <a:ext cx="5909943" cy="2653720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B40F988-AD4C-F7F7-CE31-F2CDDF82E91A}"/>
              </a:ext>
            </a:extLst>
          </p:cNvPr>
          <p:cNvSpPr/>
          <p:nvPr/>
        </p:nvSpPr>
        <p:spPr>
          <a:xfrm>
            <a:off x="1963711" y="3021788"/>
            <a:ext cx="329784" cy="24606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Curva para Baixo 12">
            <a:extLst>
              <a:ext uri="{FF2B5EF4-FFF2-40B4-BE49-F238E27FC236}">
                <a16:creationId xmlns:a16="http://schemas.microsoft.com/office/drawing/2014/main" id="{D34651EC-928C-45A9-FB4A-89294682FE03}"/>
              </a:ext>
            </a:extLst>
          </p:cNvPr>
          <p:cNvSpPr/>
          <p:nvPr/>
        </p:nvSpPr>
        <p:spPr>
          <a:xfrm>
            <a:off x="2405332" y="2221305"/>
            <a:ext cx="6363914" cy="788387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AD23F083-ACAE-F3BE-99C5-AC59D9D528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32" y="3078001"/>
            <a:ext cx="2915057" cy="274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89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1290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4763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Descritivas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Taxas em Municípios pequenos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Cadeias de Markov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Roubo de Veículos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Furto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Homicídio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ONU: 10 por 100.000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dirty="0"/>
              <a:t>.</a:t>
            </a: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4763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Descritivas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Taxas em Municípios pequenos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Cadeias de Markov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Roubo de Veículos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Furto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Homicídio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ONU: 10 por 100.000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dirty="0"/>
              <a:t>.</a:t>
            </a: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16006427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79259" y="294626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887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 que veremos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Apresentação da equipe do Henrique </a:t>
            </a:r>
            <a:r>
              <a:rPr lang="pt-BR" sz="2000" b="1" dirty="0" err="1"/>
              <a:t>Joner</a:t>
            </a: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Tenho certeza que 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7764</TotalTime>
  <Words>457</Words>
  <Application>Microsoft Office PowerPoint</Application>
  <PresentationFormat>Widescreen</PresentationFormat>
  <Paragraphs>78</Paragraphs>
  <Slides>16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107</cp:revision>
  <dcterms:created xsi:type="dcterms:W3CDTF">2020-10-25T10:14:05Z</dcterms:created>
  <dcterms:modified xsi:type="dcterms:W3CDTF">2026-09-29T19:03:42Z</dcterms:modified>
</cp:coreProperties>
</file>